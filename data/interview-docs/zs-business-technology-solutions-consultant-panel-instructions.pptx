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"/>
  </p:notesMasterIdLst>
  <p:sldIdLst>
    <p:sldId id="258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377D3D-3E86-47B7-B6FB-61BA2F428772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4C5E3A-3B93-47C9-A769-27A71E440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012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Loop in Sheben for India slides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F55DF97-AFFE-42B5-8269-4299C3F7272F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A3A1A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A3A1A8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7553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67A6-3A6D-8BF2-98F6-2798A4475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A9CA91-831A-5437-4C29-8BD403F25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C2364-F242-3114-EBD5-CB2F59A72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6845-9636-418D-8B69-8C62B83E7A5A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1A38F-8B82-97EA-C09F-E8FD7A9EA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79BD7-AEFF-9DEC-AF5A-F249A3ED9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E331-E7E1-44A8-A447-AC5DDCFF8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652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BBFC-4CC8-698A-C230-F4BCBA883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07FF6-A2C1-27BD-5C5E-E80F8317C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136AE-895F-419D-821F-CE8626EBD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6845-9636-418D-8B69-8C62B83E7A5A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2D23E-D620-E6F5-1659-3F9C745AF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AAE1A-B13B-A5A4-A816-955BD175F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E331-E7E1-44A8-A447-AC5DDCFF8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636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E9CD3-1AEE-4C68-9CA0-68E9322F4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E50C17-A3DA-DD77-9BE5-36DC1D3A7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C3ABB-06FF-9059-2C3F-78E79FD26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6845-9636-418D-8B69-8C62B83E7A5A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0A050-330B-4EDD-F43D-EEC6E2D65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7E930-794B-D3F2-2E68-8276978D0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E331-E7E1-44A8-A447-AC5DDCFF8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701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1DC0D-5046-4916-C78A-E3DE2C523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0F526-E5C6-49D8-BE40-ECF94DA22F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68AA5B-F2B3-B655-DBF3-E70A21491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0ADE3B-9EFB-6C78-2F2F-35907595F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6845-9636-418D-8B69-8C62B83E7A5A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719CA-1712-34FC-F62B-7F5076DB1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B365C-1D98-E92D-A4FC-3CA4E7B7E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E331-E7E1-44A8-A447-AC5DDCFF8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46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3FD4A-786F-11C7-4E5B-0E56FD45C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0880A-9AAE-3CC9-2CE8-B695FFFBA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774A7-0B5B-FB9A-3566-F4B9CBBC1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21E495-57AD-4A65-C97D-E602A17214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46D4E6-26B8-B288-A01C-0FF27DE967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092C51-C1F5-6D8C-2D90-760D22B8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6845-9636-418D-8B69-8C62B83E7A5A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7A2795-384B-D3F9-C3AF-1375DA3A3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7CA58C-42E8-918F-8435-CBFEA2DD5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E331-E7E1-44A8-A447-AC5DDCFF8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389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D2EF8-A52C-07A1-D73D-0114F0CE5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5AC647-5788-E727-BC28-622A8003B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6845-9636-418D-8B69-8C62B83E7A5A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B74B5A-EC29-62F6-8737-372752914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208EC-82C3-CD90-83AD-7D9E4E12B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E331-E7E1-44A8-A447-AC5DDCFF8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829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92D914-C18B-43B3-F227-17437FA27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6845-9636-418D-8B69-8C62B83E7A5A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A9134C-82A8-37BE-B970-012E60BF8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9A7E2-5136-4796-C39E-964A09B46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E331-E7E1-44A8-A447-AC5DDCFF8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948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31AF8-1BB6-DF05-5144-11B62F610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5222C-E7CA-B4AF-88A8-0ED84EB9D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C4790-633A-CA49-60E8-2C99BCC44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53B153-EFC3-A89B-0ADC-89C735D70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6845-9636-418D-8B69-8C62B83E7A5A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999E39-5B34-F690-B20E-BADDCCB11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48A02-70F3-3C65-E1A0-A7B58A75B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E331-E7E1-44A8-A447-AC5DDCFF8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543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BC4C2-33D0-3E39-0AA3-7469E05C1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CF8E92-B307-DB88-F447-2B0F8C132B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005272-1AC9-A9A0-38C4-AC201AD6E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27F69F-A777-4E2D-C5A8-59605341A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6845-9636-418D-8B69-8C62B83E7A5A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52EE0-2D8F-7FAF-826F-EA92F2961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F60F5-D94F-7764-D80B-DBB88A38F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E331-E7E1-44A8-A447-AC5DDCFF8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307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33875-3F17-72ED-224E-DF5F43C7E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22543-71CA-B495-0C43-A112F504A5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BBDBB-F1CD-34EF-03A9-C4A9DA10C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6845-9636-418D-8B69-8C62B83E7A5A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021DF-1ECF-D5E9-4E2C-4A85D565B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EDBBF-42E2-F234-B8F9-88C4E0261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E331-E7E1-44A8-A447-AC5DDCFF8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68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18507B-0548-600A-E2CA-C5802FEB0E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C70DDE-8D8D-EAC5-20A0-A30978CB4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C04A6-8A10-75EE-EB2D-ECEA515B5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6845-9636-418D-8B69-8C62B83E7A5A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36C0E-AD2C-CE04-E36A-FD35CEDE2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B25F-A07B-E641-762D-EEFF659DA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E331-E7E1-44A8-A447-AC5DDCFF8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86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BDFEA-E520-4CB8-B97E-216B21E7DD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548640" y="2134362"/>
            <a:ext cx="5760720" cy="1661993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Project name</a:t>
            </a:r>
            <a:br>
              <a:rPr lang="en-US"/>
            </a:br>
            <a:r>
              <a:rPr lang="en-US"/>
              <a:t>Presentation title </a:t>
            </a:r>
            <a:br>
              <a:rPr lang="en-US"/>
            </a:br>
            <a:r>
              <a:rPr lang="en-US"/>
              <a:t>(Times New Roman 36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9000BD-79BF-4611-9B57-571F7BE12E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548640" y="4182618"/>
            <a:ext cx="5760720" cy="276999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Prepared for Client Name (Arial 18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39DAEAE-09D9-43F1-ACE9-0FBAF0973A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9275" y="4499842"/>
            <a:ext cx="5760720" cy="215444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A8940B4-E368-4738-955D-BBD8ECE70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49276" y="5111496"/>
            <a:ext cx="5760720" cy="307777"/>
          </a:xfrm>
        </p:spPr>
        <p:txBody>
          <a:bodyPr wrap="square" anchor="b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Confidential statement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1CA3EB8B-ACB8-4D00-A63C-DD1B6F0BC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49276" y="5495544"/>
            <a:ext cx="5760720" cy="15388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Office and contact number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588648C-0BC5-4A9C-B871-4FAC4ED4DD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8640" y="6168390"/>
            <a:ext cx="2083868" cy="18288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D777C9-2AB8-42BC-8310-990E53560028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448864" y="1028700"/>
            <a:ext cx="0" cy="228600"/>
          </a:xfrm>
          <a:prstGeom prst="line">
            <a:avLst/>
          </a:prstGeom>
          <a:ln w="12700" cap="flat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A picture containing room, fence&#10;&#10;Description automatically generated">
            <a:extLst>
              <a:ext uri="{FF2B5EF4-FFF2-40B4-BE49-F238E27FC236}">
                <a16:creationId xmlns:a16="http://schemas.microsoft.com/office/drawing/2014/main" id="{520DC316-1EB8-4007-8275-38591C87C3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48640" y="548640"/>
            <a:ext cx="1505304" cy="1188720"/>
          </a:xfrm>
          <a:prstGeom prst="rect">
            <a:avLst/>
          </a:prstGeom>
        </p:spPr>
      </p:pic>
      <p:sp>
        <p:nvSpPr>
          <p:cNvPr id="15" name="titlemaster_clientlogo">
            <a:extLst>
              <a:ext uri="{FF2B5EF4-FFF2-40B4-BE49-F238E27FC236}">
                <a16:creationId xmlns:a16="http://schemas.microsoft.com/office/drawing/2014/main" id="{73647228-12FF-4FEA-9212-FF9D142B46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44000" y="685800"/>
            <a:ext cx="1828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50000"/>
              </a:spcBef>
            </a:pPr>
            <a:endParaRPr lang="en-US" sz="18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8975461-CFCC-4B5A-92B2-274DFB1AF4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" r="259"/>
          <a:stretch/>
        </p:blipFill>
        <p:spPr>
          <a:xfrm>
            <a:off x="8534400" y="0"/>
            <a:ext cx="3657600" cy="4874096"/>
          </a:xfrm>
          <a:prstGeom prst="rect">
            <a:avLst/>
          </a:prstGeom>
        </p:spPr>
      </p:pic>
      <p:sp>
        <p:nvSpPr>
          <p:cNvPr id="17" name="titlemaster_draft" hidden="1">
            <a:extLst>
              <a:ext uri="{FF2B5EF4-FFF2-40B4-BE49-F238E27FC236}">
                <a16:creationId xmlns:a16="http://schemas.microsoft.com/office/drawing/2014/main" id="{3645DDA6-F9EA-4E88-8CFE-B64E169C40DB}"/>
              </a:ext>
            </a:extLst>
          </p:cNvPr>
          <p:cNvSpPr txBox="1"/>
          <p:nvPr userDrawn="1"/>
        </p:nvSpPr>
        <p:spPr>
          <a:xfrm>
            <a:off x="5855550" y="189999"/>
            <a:ext cx="480901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2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1822174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860C-1611-415D-B493-9E72EFC20C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BB0295-4FF3-43F6-B6AE-C3DE5235AF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8640" y="1856232"/>
            <a:ext cx="11091672" cy="4453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  <a:defRPr b="0"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1pPr>
            <a:lvl2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 2" panose="05020102010507070707" pitchFamily="18" charset="2"/>
              <a:buChar char="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2pPr>
            <a:lvl3pPr marL="457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7574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768CE-375C-4842-BF55-8BE857CA08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58366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F51D-F35F-4EEA-A86B-2847AB1E77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133088"/>
            <a:ext cx="6858000" cy="2176272"/>
          </a:xfrm>
          <a:noFill/>
        </p:spPr>
        <p:txBody>
          <a:bodyPr anchor="t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section title </a:t>
            </a:r>
            <a:br>
              <a:rPr lang="en-US"/>
            </a:br>
            <a:r>
              <a:rPr lang="en-US"/>
              <a:t>(Times New Roman 36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7FF0C-3EA2-42C3-A9F8-0C006EFCB14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548640" y="3624638"/>
            <a:ext cx="6858000" cy="341632"/>
          </a:xfrm>
          <a:noFill/>
        </p:spPr>
        <p:txBody>
          <a:bodyPr wrap="square" bIns="64008" anchor="b">
            <a:spAutoFit/>
          </a:bodyPr>
          <a:lstStyle>
            <a:lvl1pPr marL="0" indent="0">
              <a:spcBef>
                <a:spcPts val="0"/>
              </a:spcBef>
              <a:buNone/>
              <a:defRPr sz="1800" cap="all" spc="300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SECTION NUMBER (ARIAL 18 PT)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C3DB42-8D31-435E-B234-25F1065FA09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48640" y="3966270"/>
            <a:ext cx="6858000" cy="0"/>
          </a:xfrm>
          <a:prstGeom prst="line">
            <a:avLst/>
          </a:prstGeom>
          <a:ln w="12700" cap="flat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8970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Light"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F51D-F35F-4EEA-A86B-2847AB1E77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133088"/>
            <a:ext cx="6858000" cy="2176272"/>
          </a:xfrm>
          <a:noFill/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section title </a:t>
            </a:r>
            <a:br>
              <a:rPr lang="en-US"/>
            </a:br>
            <a:r>
              <a:rPr lang="en-US"/>
              <a:t>(Times New Roman 36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7FF0C-3EA2-42C3-A9F8-0C006EFCB14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548640" y="3624638"/>
            <a:ext cx="6858000" cy="341632"/>
          </a:xfrm>
          <a:noFill/>
        </p:spPr>
        <p:txBody>
          <a:bodyPr wrap="square" bIns="64008" anchor="b">
            <a:spAutoFit/>
          </a:bodyPr>
          <a:lstStyle>
            <a:lvl1pPr marL="0" indent="0">
              <a:spcBef>
                <a:spcPts val="0"/>
              </a:spcBef>
              <a:buNone/>
              <a:defRPr sz="1800" cap="all" spc="300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SECTION NUMBER (ARIAL 18 PT)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C3DB42-8D31-435E-B234-25F1065FA09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48640" y="3966270"/>
            <a:ext cx="6858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47227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A7595-64E1-4411-937E-5150DCE0A9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1CE3D-CEFE-47C0-AD66-2A33573E61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8640" y="1856232"/>
            <a:ext cx="5266944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20 pt)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0E40A-5876-4F21-B613-4F94029B876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 bwMode="auto">
          <a:xfrm>
            <a:off x="548640" y="2679192"/>
            <a:ext cx="5266944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accent1"/>
                </a:solidFill>
                <a:latin typeface="+mn-lt"/>
              </a:defRPr>
            </a:lvl1pPr>
            <a:lvl2pPr marL="228600" indent="-228600">
              <a:spcBef>
                <a:spcPts val="600"/>
              </a:spcBef>
              <a:buClrTx/>
              <a:defRPr sz="1800">
                <a:solidFill>
                  <a:schemeClr val="accent1"/>
                </a:solidFill>
                <a:latin typeface="+mn-lt"/>
              </a:defRPr>
            </a:lvl2pPr>
            <a:lvl3pPr marL="457200" indent="-228600">
              <a:spcBef>
                <a:spcPts val="600"/>
              </a:spcBef>
              <a:buClrTx/>
              <a:defRPr sz="1800">
                <a:solidFill>
                  <a:schemeClr val="accent1"/>
                </a:solidFill>
                <a:latin typeface="+mn-lt"/>
              </a:defRPr>
            </a:lvl3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B55B9A-ADF7-4311-A66D-E44237B8C9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6373368" y="1856232"/>
            <a:ext cx="5266944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20 pt)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5CF3D-A561-43C6-AED0-4C8952C5F2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auto">
          <a:xfrm>
            <a:off x="6373368" y="2679192"/>
            <a:ext cx="5266944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accent1"/>
                </a:solidFill>
                <a:latin typeface="+mn-lt"/>
              </a:defRPr>
            </a:lvl1pPr>
            <a:lvl2pPr marL="228600" indent="-228600">
              <a:spcBef>
                <a:spcPts val="600"/>
              </a:spcBef>
              <a:buClrTx/>
              <a:defRPr sz="1800">
                <a:solidFill>
                  <a:schemeClr val="accent1"/>
                </a:solidFill>
                <a:latin typeface="+mn-lt"/>
              </a:defRPr>
            </a:lvl2pPr>
            <a:lvl3pPr marL="457200" indent="-228600">
              <a:spcBef>
                <a:spcPts val="600"/>
              </a:spcBef>
              <a:buClrTx/>
              <a:defRPr sz="1800">
                <a:solidFill>
                  <a:schemeClr val="accent1"/>
                </a:solidFill>
                <a:latin typeface="+mn-lt"/>
              </a:defRPr>
            </a:lvl3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96480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1CE3D-CEFE-47C0-AD66-2A33573E61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8640" y="1856232"/>
            <a:ext cx="3328416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20 pt)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0E40A-5876-4F21-B613-4F94029B876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 bwMode="auto">
          <a:xfrm>
            <a:off x="548640" y="2679192"/>
            <a:ext cx="3328416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accent1"/>
                </a:solidFill>
              </a:defRPr>
            </a:lvl1pPr>
            <a:lvl2pPr marL="2286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2pPr>
            <a:lvl3pPr marL="4572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B55B9A-ADF7-4311-A66D-E44237B8C9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430268" y="1856232"/>
            <a:ext cx="3328416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20 pt)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5CF3D-A561-43C6-AED0-4C8952C5F2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auto">
          <a:xfrm>
            <a:off x="4430268" y="2679192"/>
            <a:ext cx="3328416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accent1"/>
                </a:solidFill>
              </a:defRPr>
            </a:lvl1pPr>
            <a:lvl2pPr marL="2286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2pPr>
            <a:lvl3pPr marL="4572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A7595-64E1-4411-937E-5150DCE0A9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E7BBE6-6473-4F15-B17D-4DC8CF07A7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8311896" y="1856232"/>
            <a:ext cx="3328416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20 pt)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036991A-2914-4ED0-8DDD-212CC13C8A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auto">
          <a:xfrm>
            <a:off x="8311896" y="2679192"/>
            <a:ext cx="3328416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accent1"/>
                </a:solidFill>
              </a:defRPr>
            </a:lvl1pPr>
            <a:lvl2pPr marL="2286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2pPr>
            <a:lvl3pPr marL="4572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4835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A7595-64E1-4411-937E-5150DCE0A9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1CE3D-CEFE-47C0-AD66-2A33573E61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8640" y="1856232"/>
            <a:ext cx="2423160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0E40A-5876-4F21-B613-4F94029B876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 bwMode="auto">
          <a:xfrm>
            <a:off x="548640" y="2679192"/>
            <a:ext cx="2423160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 16 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B55B9A-ADF7-4311-A66D-E44237B8C9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438144" y="1856232"/>
            <a:ext cx="2423160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5CF3D-A561-43C6-AED0-4C8952C5F2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auto">
          <a:xfrm>
            <a:off x="3438144" y="2679192"/>
            <a:ext cx="2423160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 16 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E7BBE6-6473-4F15-B17D-4DC8CF07A7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6327648" y="1856232"/>
            <a:ext cx="2423160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036991A-2914-4ED0-8DDD-212CC13C8A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auto">
          <a:xfrm>
            <a:off x="6327648" y="2679192"/>
            <a:ext cx="2423160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 16 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4CFE104-7E77-411D-9AA7-EDA183E88F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9217152" y="1856232"/>
            <a:ext cx="2423160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CF874E32-0FA2-4356-949A-FF2CAEA5F01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auto">
          <a:xfrm>
            <a:off x="9217152" y="2679192"/>
            <a:ext cx="2423160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 16 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37502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A7595-64E1-4411-937E-5150DCE0A9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1CE3D-CEFE-47C0-AD66-2A33573E61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8640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0E40A-5876-4F21-B613-4F94029B876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 bwMode="auto">
          <a:xfrm>
            <a:off x="548640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16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B55B9A-ADF7-4311-A66D-E44237B8C9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2859786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5CF3D-A561-43C6-AED0-4C8952C5F2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auto">
          <a:xfrm>
            <a:off x="2859786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16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E7BBE6-6473-4F15-B17D-4DC8CF07A7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170932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036991A-2914-4ED0-8DDD-212CC13C8A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auto">
          <a:xfrm>
            <a:off x="5170932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16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4CFE104-7E77-411D-9AA7-EDA183E88F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7482078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CF874E32-0FA2-4356-949A-FF2CAEA5F01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auto">
          <a:xfrm>
            <a:off x="7482078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16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4AC7757-EC14-40BD-B915-E1A7EFBB0F6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9793224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3F9ADBB4-EAD8-46E3-9FD8-DB157F901E4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 bwMode="auto">
          <a:xfrm>
            <a:off x="9793224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16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99705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LHS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5AC89FE-52C7-4AD1-AA79-B8F5D23C151A}"/>
              </a:ext>
            </a:extLst>
          </p:cNvPr>
          <p:cNvSpPr/>
          <p:nvPr userDrawn="1"/>
        </p:nvSpPr>
        <p:spPr bwMode="white">
          <a:xfrm>
            <a:off x="0" y="0"/>
            <a:ext cx="4059936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9FF73-8ABA-455B-B206-BF71E94E38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6"/>
            <a:ext cx="2962021" cy="5971032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F9862-8A37-4ECE-867E-B3B15568E599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608575" y="548640"/>
            <a:ext cx="7034149" cy="5760720"/>
          </a:xfrm>
        </p:spPr>
        <p:txBody>
          <a:bodyPr anchor="ctr"/>
          <a:lstStyle>
            <a:lvl1pPr>
              <a:defRPr sz="1800">
                <a:solidFill>
                  <a:schemeClr val="accent1"/>
                </a:solidFill>
              </a:defRPr>
            </a:lvl1pPr>
            <a:lvl2pPr>
              <a:buClrTx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master_filename1">
            <a:extLst>
              <a:ext uri="{FF2B5EF4-FFF2-40B4-BE49-F238E27FC236}">
                <a16:creationId xmlns:a16="http://schemas.microsoft.com/office/drawing/2014/main" id="{06D4893B-A038-4B9E-9E85-18240FDD059A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>
              <a:solidFill>
                <a:srgbClr val="A3A1A8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5BE2E5-D465-48D9-812D-B3E2431999E2}"/>
              </a:ext>
            </a:extLst>
          </p:cNvPr>
          <p:cNvCxnSpPr/>
          <p:nvPr userDrawn="1"/>
        </p:nvCxnSpPr>
        <p:spPr bwMode="black">
          <a:xfrm>
            <a:off x="4059936" y="0"/>
            <a:ext cx="0" cy="6858000"/>
          </a:xfrm>
          <a:prstGeom prst="line">
            <a:avLst/>
          </a:prstGeom>
          <a:ln w="9525" cap="flat">
            <a:solidFill>
              <a:schemeClr val="accent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250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12">
          <p15:clr>
            <a:srgbClr val="FBAE40"/>
          </p15:clr>
        </p15:guide>
        <p15:guide id="2" pos="290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LHS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5AC89FE-52C7-4AD1-AA79-B8F5D23C151A}"/>
              </a:ext>
            </a:extLst>
          </p:cNvPr>
          <p:cNvSpPr/>
          <p:nvPr userDrawn="1"/>
        </p:nvSpPr>
        <p:spPr bwMode="white">
          <a:xfrm>
            <a:off x="0" y="0"/>
            <a:ext cx="4059936" cy="6858000"/>
          </a:xfrm>
          <a:prstGeom prst="rect">
            <a:avLst/>
          </a:prstGeom>
          <a:solidFill>
            <a:srgbClr val="F4F3F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9FF73-8ABA-455B-B206-BF71E94E38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2962021" cy="5971032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F9862-8A37-4ECE-867E-B3B15568E599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608575" y="548640"/>
            <a:ext cx="7034149" cy="5760720"/>
          </a:xfrm>
        </p:spPr>
        <p:txBody>
          <a:bodyPr anchor="ctr"/>
          <a:lstStyle>
            <a:lvl1pPr>
              <a:defRPr sz="1800">
                <a:solidFill>
                  <a:schemeClr val="accent1"/>
                </a:solidFill>
              </a:defRPr>
            </a:lvl1pPr>
            <a:lvl2pPr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master_filename2">
            <a:extLst>
              <a:ext uri="{FF2B5EF4-FFF2-40B4-BE49-F238E27FC236}">
                <a16:creationId xmlns:a16="http://schemas.microsoft.com/office/drawing/2014/main" id="{5ECBAB0E-06DC-40D5-A402-652460194265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>
              <a:solidFill>
                <a:srgbClr val="A3A1A8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57EC31-2BFF-4DCF-B51C-17764D8EE8EE}"/>
              </a:ext>
            </a:extLst>
          </p:cNvPr>
          <p:cNvCxnSpPr/>
          <p:nvPr userDrawn="1"/>
        </p:nvCxnSpPr>
        <p:spPr bwMode="black">
          <a:xfrm>
            <a:off x="4059936" y="0"/>
            <a:ext cx="0" cy="6858000"/>
          </a:xfrm>
          <a:prstGeom prst="line">
            <a:avLst/>
          </a:prstGeom>
          <a:ln w="9525" cap="flat">
            <a:solidFill>
              <a:srgbClr val="F4F3F3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6923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12">
          <p15:clr>
            <a:srgbClr val="FBAE40"/>
          </p15:clr>
        </p15:guide>
        <p15:guide id="2" pos="290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RHS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E86EA2-03CB-4305-BC47-BED1CA8375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7033260" cy="98488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</a:t>
            </a:r>
            <a:br>
              <a:rPr lang="en-US"/>
            </a:br>
            <a:r>
              <a:rPr lang="en-US"/>
              <a:t>32 pt)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DEA55C-D666-478B-B8F0-AC2B5A68DF4E}"/>
              </a:ext>
            </a:extLst>
          </p:cNvPr>
          <p:cNvSpPr/>
          <p:nvPr userDrawn="1"/>
        </p:nvSpPr>
        <p:spPr bwMode="white">
          <a:xfrm>
            <a:off x="8132064" y="0"/>
            <a:ext cx="4059936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82F80EE-CEBC-442F-B7BC-7B9042599D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680450" y="1856232"/>
            <a:ext cx="2962275" cy="3145536"/>
          </a:xfrm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 (Arial 18 pt)</a:t>
            </a:r>
          </a:p>
        </p:txBody>
      </p:sp>
      <p:sp>
        <p:nvSpPr>
          <p:cNvPr id="10" name="slidemaster_copyright1">
            <a:extLst>
              <a:ext uri="{FF2B5EF4-FFF2-40B4-BE49-F238E27FC236}">
                <a16:creationId xmlns:a16="http://schemas.microsoft.com/office/drawing/2014/main" id="{E07AE106-793C-439E-99C1-53F2732C29B2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10620847" y="6544205"/>
            <a:ext cx="553037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>
                <a:solidFill>
                  <a:srgbClr val="A3A1A8"/>
                </a:solidFill>
              </a:rPr>
              <a:t>© 2022 ZS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BE0183D-CA00-43C2-8CC0-0AD284762CB2}"/>
              </a:ext>
            </a:extLst>
          </p:cNvPr>
          <p:cNvCxnSpPr/>
          <p:nvPr userDrawn="1"/>
        </p:nvCxnSpPr>
        <p:spPr bwMode="black">
          <a:xfrm>
            <a:off x="8132064" y="0"/>
            <a:ext cx="0" cy="6858000"/>
          </a:xfrm>
          <a:prstGeom prst="line">
            <a:avLst/>
          </a:prstGeom>
          <a:ln w="9525" cap="flat">
            <a:solidFill>
              <a:schemeClr val="accent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A4D403D-2BBB-4A52-8BF7-8FEAAA96BD8A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99248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rgbClr val="A3A1A8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>
              <a:solidFill>
                <a:srgbClr val="A3A1A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6912B-0044-45A5-82EA-7216E1638C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48640" y="1856232"/>
            <a:ext cx="7033260" cy="4453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  <a:defRPr b="0"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1pPr>
            <a:lvl2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 2" panose="05020102010507070707" pitchFamily="18" charset="2"/>
              <a:buChar char="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2pPr>
            <a:lvl3pPr marL="457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3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42988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  <p15:guide id="3" pos="4776">
          <p15:clr>
            <a:srgbClr val="FBAE40"/>
          </p15:clr>
        </p15:guide>
        <p15:guide id="4" pos="546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RHS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5648DD2-80F0-4B6A-B2C3-1845D5846D6F}"/>
              </a:ext>
            </a:extLst>
          </p:cNvPr>
          <p:cNvSpPr/>
          <p:nvPr userDrawn="1"/>
        </p:nvSpPr>
        <p:spPr bwMode="white">
          <a:xfrm>
            <a:off x="8132064" y="0"/>
            <a:ext cx="4059936" cy="6858000"/>
          </a:xfrm>
          <a:prstGeom prst="rect">
            <a:avLst/>
          </a:prstGeom>
          <a:solidFill>
            <a:srgbClr val="F4F3F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3E86EA2-03CB-4305-BC47-BED1CA8375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7033260" cy="98488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</a:t>
            </a:r>
            <a:br>
              <a:rPr lang="en-US"/>
            </a:br>
            <a:r>
              <a:rPr lang="en-US"/>
              <a:t>32 pt)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82F80EE-CEBC-442F-B7BC-7B9042599D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680450" y="1856232"/>
            <a:ext cx="2962275" cy="3145536"/>
          </a:xfrm>
        </p:spPr>
        <p:txBody>
          <a:bodyPr anchor="ctr"/>
          <a:lstStyle>
            <a:lvl1pPr>
              <a:defRPr b="1">
                <a:solidFill>
                  <a:schemeClr val="accent1"/>
                </a:solidFill>
                <a:latin typeface="+mn-lt"/>
              </a:defRPr>
            </a:lvl1pPr>
            <a:lvl2pPr>
              <a:buClrTx/>
              <a:defRPr>
                <a:solidFill>
                  <a:schemeClr val="accent1"/>
                </a:solidFill>
              </a:defRPr>
            </a:lvl2pPr>
            <a:lvl3pPr>
              <a:buClrTx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 (Arial 18 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10" name="slidemaster_copyright2">
            <a:extLst>
              <a:ext uri="{FF2B5EF4-FFF2-40B4-BE49-F238E27FC236}">
                <a16:creationId xmlns:a16="http://schemas.microsoft.com/office/drawing/2014/main" id="{50726B51-94B7-4DB5-B23A-BF6997C3CA5B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10620847" y="6544205"/>
            <a:ext cx="553037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>
                <a:solidFill>
                  <a:srgbClr val="A3A1A8"/>
                </a:solidFill>
              </a:rPr>
              <a:t>© 2022 ZS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BC33B5-EC8A-48CE-AE62-7F7713914344}"/>
              </a:ext>
            </a:extLst>
          </p:cNvPr>
          <p:cNvCxnSpPr/>
          <p:nvPr userDrawn="1"/>
        </p:nvCxnSpPr>
        <p:spPr bwMode="black">
          <a:xfrm>
            <a:off x="8132064" y="0"/>
            <a:ext cx="0" cy="6858000"/>
          </a:xfrm>
          <a:prstGeom prst="line">
            <a:avLst/>
          </a:prstGeom>
          <a:ln w="9525" cap="flat">
            <a:solidFill>
              <a:srgbClr val="F4F3F3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39E87E40-A7B9-4507-8366-FDB1488CF74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99248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rgbClr val="A3A1A8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>
              <a:solidFill>
                <a:srgbClr val="A3A1A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2F6A7-9F61-4869-87DE-CC94F3570C3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48640" y="1856232"/>
            <a:ext cx="7033260" cy="4453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  <a:defRPr b="0"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1pPr>
            <a:lvl2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 2" panose="05020102010507070707" pitchFamily="18" charset="2"/>
              <a:buChar char="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2pPr>
            <a:lvl3pPr marL="457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3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1955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  <p15:guide id="3" pos="4776">
          <p15:clr>
            <a:srgbClr val="FBAE40"/>
          </p15:clr>
        </p15:guide>
        <p15:guide id="4" pos="5468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5A7A4-EB70-4AAB-8858-3433F1E5EA6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 bwMode="gray">
          <a:xfrm>
            <a:off x="6095998" y="1"/>
            <a:ext cx="6095999" cy="6857999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2B8C15-30C5-44CC-A416-DAF1BBB744EC}"/>
              </a:ext>
            </a:extLst>
          </p:cNvPr>
          <p:cNvSpPr/>
          <p:nvPr userDrawn="1"/>
        </p:nvSpPr>
        <p:spPr bwMode="white">
          <a:xfrm>
            <a:off x="0" y="0"/>
            <a:ext cx="6095999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0C5D7D-659C-48D5-A3B0-4F826142F4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4996498" cy="5971032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7" name="slidemaster_filename3">
            <a:extLst>
              <a:ext uri="{FF2B5EF4-FFF2-40B4-BE49-F238E27FC236}">
                <a16:creationId xmlns:a16="http://schemas.microsoft.com/office/drawing/2014/main" id="{99761290-0476-45E6-8905-1C3281793D86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>
              <a:solidFill>
                <a:srgbClr val="A3A1A8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EFC27E-D5BA-43C3-9807-B7D5C912F6E7}"/>
              </a:ext>
            </a:extLst>
          </p:cNvPr>
          <p:cNvCxnSpPr/>
          <p:nvPr userDrawn="1"/>
        </p:nvCxnSpPr>
        <p:spPr bwMode="black">
          <a:xfrm>
            <a:off x="6095999" y="0"/>
            <a:ext cx="0" cy="6858000"/>
          </a:xfrm>
          <a:prstGeom prst="line">
            <a:avLst/>
          </a:prstGeom>
          <a:ln w="9525" cap="flat">
            <a:solidFill>
              <a:schemeClr val="accent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stommaster_draft1" hidden="1">
            <a:extLst>
              <a:ext uri="{FF2B5EF4-FFF2-40B4-BE49-F238E27FC236}">
                <a16:creationId xmlns:a16="http://schemas.microsoft.com/office/drawing/2014/main" id="{E0E24FD2-2FC7-4933-A61A-48C9621E970A}"/>
              </a:ext>
            </a:extLst>
          </p:cNvPr>
          <p:cNvSpPr txBox="1"/>
          <p:nvPr userDrawn="1"/>
        </p:nvSpPr>
        <p:spPr>
          <a:xfrm>
            <a:off x="5855550" y="189999"/>
            <a:ext cx="480901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2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546812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9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5A7A4-EB70-4AAB-8858-3433F1E5EA6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 bwMode="gray">
          <a:xfrm>
            <a:off x="6095998" y="1"/>
            <a:ext cx="6095999" cy="6857999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2B8C15-30C5-44CC-A416-DAF1BBB744EC}"/>
              </a:ext>
            </a:extLst>
          </p:cNvPr>
          <p:cNvSpPr/>
          <p:nvPr userDrawn="1"/>
        </p:nvSpPr>
        <p:spPr bwMode="white">
          <a:xfrm>
            <a:off x="0" y="0"/>
            <a:ext cx="6095999" cy="6858000"/>
          </a:xfrm>
          <a:prstGeom prst="rect">
            <a:avLst/>
          </a:prstGeom>
          <a:solidFill>
            <a:srgbClr val="F4F3F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0C5D7D-659C-48D5-A3B0-4F826142F4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4996498" cy="5971032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7" name="slidemaster_filename4">
            <a:extLst>
              <a:ext uri="{FF2B5EF4-FFF2-40B4-BE49-F238E27FC236}">
                <a16:creationId xmlns:a16="http://schemas.microsoft.com/office/drawing/2014/main" id="{99761290-0476-45E6-8905-1C3281793D86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>
              <a:solidFill>
                <a:srgbClr val="A3A1A8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EFC27E-D5BA-43C3-9807-B7D5C912F6E7}"/>
              </a:ext>
            </a:extLst>
          </p:cNvPr>
          <p:cNvCxnSpPr/>
          <p:nvPr userDrawn="1"/>
        </p:nvCxnSpPr>
        <p:spPr bwMode="black">
          <a:xfrm>
            <a:off x="6095999" y="0"/>
            <a:ext cx="0" cy="6858000"/>
          </a:xfrm>
          <a:prstGeom prst="line">
            <a:avLst/>
          </a:prstGeom>
          <a:ln w="9525" cap="flat">
            <a:solidFill>
              <a:srgbClr val="F4F3F3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stommaster_draft2" hidden="1">
            <a:extLst>
              <a:ext uri="{FF2B5EF4-FFF2-40B4-BE49-F238E27FC236}">
                <a16:creationId xmlns:a16="http://schemas.microsoft.com/office/drawing/2014/main" id="{E0E24FD2-2FC7-4933-A61A-48C9621E970A}"/>
              </a:ext>
            </a:extLst>
          </p:cNvPr>
          <p:cNvSpPr txBox="1"/>
          <p:nvPr userDrawn="1"/>
        </p:nvSpPr>
        <p:spPr>
          <a:xfrm>
            <a:off x="5855550" y="189999"/>
            <a:ext cx="480901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2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677414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93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5A7A4-EB70-4AAB-8858-3433F1E5EA6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 bwMode="gray">
          <a:xfrm>
            <a:off x="0" y="1"/>
            <a:ext cx="12191997" cy="6857999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20739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cus/Call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84967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06025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2252-36CC-4B94-BBA7-4A86D38D3B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8FB3628-AF32-41A2-AB06-20C57FAC13BA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 bwMode="gray">
          <a:xfrm>
            <a:off x="1069848" y="2011680"/>
            <a:ext cx="2286000" cy="2286000"/>
          </a:xfrm>
          <a:prstGeom prst="ellipse">
            <a:avLst/>
          </a:prstGeom>
          <a:ln w="76200">
            <a:solidFill>
              <a:srgbClr val="F4F3F3"/>
            </a:solidFill>
            <a:miter lim="800000"/>
          </a:ln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Placeholder for picture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6BFF7695-068E-48BB-9A42-E24791ACFA7D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 bwMode="gray">
          <a:xfrm>
            <a:off x="4951476" y="2011680"/>
            <a:ext cx="2286000" cy="2286000"/>
          </a:xfrm>
          <a:prstGeom prst="ellipse">
            <a:avLst/>
          </a:prstGeom>
          <a:ln w="76200">
            <a:solidFill>
              <a:srgbClr val="F4F3F3"/>
            </a:solidFill>
            <a:miter lim="800000"/>
          </a:ln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Placeholder for picture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DCE4EDDA-44C1-4826-AD56-05D157F452B0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 bwMode="gray">
          <a:xfrm>
            <a:off x="8833104" y="2011680"/>
            <a:ext cx="2286000" cy="2286000"/>
          </a:xfrm>
          <a:prstGeom prst="ellipse">
            <a:avLst/>
          </a:prstGeom>
          <a:ln w="76200">
            <a:solidFill>
              <a:srgbClr val="F4F3F3"/>
            </a:solidFill>
            <a:miter lim="800000"/>
          </a:ln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Placeholder for picture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3936E4-A8D5-43DA-AACE-A3AD8A7AAE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48640" y="4572000"/>
            <a:ext cx="3328416" cy="369332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B6D5E2E-9DEF-4E60-B35C-7434225A91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430268" y="4572000"/>
            <a:ext cx="3328416" cy="369332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A9E00FB-61C0-4238-A142-D59E9631E4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8311896" y="4572000"/>
            <a:ext cx="3328416" cy="369332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EF54358-DADD-4143-A8AD-1BDB2186DC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548640" y="5074920"/>
            <a:ext cx="3328416" cy="492443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Title</a:t>
            </a:r>
            <a:br>
              <a:rPr lang="en-US"/>
            </a:br>
            <a:r>
              <a:rPr lang="en-US"/>
              <a:t>Email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97278B55-C25A-48CC-8053-84DF48DB77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4430268" y="5074920"/>
            <a:ext cx="3328416" cy="492443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Title</a:t>
            </a:r>
            <a:br>
              <a:rPr lang="en-US"/>
            </a:br>
            <a:r>
              <a:rPr lang="en-US"/>
              <a:t>Email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A170C61-5603-4A4B-8297-EB07B549DC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311896" y="5074920"/>
            <a:ext cx="3328416" cy="492443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Title</a:t>
            </a:r>
            <a:br>
              <a:rPr lang="en-US"/>
            </a:br>
            <a:r>
              <a:rPr lang="en-US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39228083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C74BD3F-5D46-4450-9A9D-DA1D80947B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548640" y="2378377"/>
            <a:ext cx="5669280" cy="2286000"/>
          </a:xfrm>
        </p:spPr>
        <p:txBody>
          <a:bodyPr anchor="ctr">
            <a:noAutofit/>
          </a:bodyPr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Thank you!</a:t>
            </a:r>
          </a:p>
        </p:txBody>
      </p:sp>
      <p:pic>
        <p:nvPicPr>
          <p:cNvPr id="9" name="Picture 8" descr="A picture containing room, fence&#10;&#10;Description automatically generated">
            <a:extLst>
              <a:ext uri="{FF2B5EF4-FFF2-40B4-BE49-F238E27FC236}">
                <a16:creationId xmlns:a16="http://schemas.microsoft.com/office/drawing/2014/main" id="{B411F96A-8773-4B9A-BC12-2418A083F8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48640" y="548640"/>
            <a:ext cx="1505304" cy="1188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37362F-0DF5-4725-A857-047A39E3D4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" r="259"/>
          <a:stretch/>
        </p:blipFill>
        <p:spPr>
          <a:xfrm>
            <a:off x="8534400" y="0"/>
            <a:ext cx="3657600" cy="48740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1A59B0-38FF-4BED-9055-E978E9123B4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8640" y="6168390"/>
            <a:ext cx="2083868" cy="182880"/>
          </a:xfrm>
          <a:prstGeom prst="rect">
            <a:avLst/>
          </a:prstGeom>
        </p:spPr>
      </p:pic>
      <p:sp>
        <p:nvSpPr>
          <p:cNvPr id="6" name="endmaster_draft" hidden="1">
            <a:extLst>
              <a:ext uri="{FF2B5EF4-FFF2-40B4-BE49-F238E27FC236}">
                <a16:creationId xmlns:a16="http://schemas.microsoft.com/office/drawing/2014/main" id="{81326F59-A1E6-4CE8-ABFE-7B5DCB4EA9A4}"/>
              </a:ext>
            </a:extLst>
          </p:cNvPr>
          <p:cNvSpPr txBox="1"/>
          <p:nvPr userDrawn="1"/>
        </p:nvSpPr>
        <p:spPr>
          <a:xfrm>
            <a:off x="5855550" y="189999"/>
            <a:ext cx="480901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2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109547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6CC5B9-6452-AE6D-3C12-3288599C7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1F0B6-D617-A5A6-672A-D056F76EF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37DE0-B17B-789D-0773-640C557E4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46845-9636-418D-8B69-8C62B83E7A5A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5053F-F0A9-9C99-7176-4D49D19358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9209E-A1CB-931A-D793-FBBEBCA7E4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D1E331-E7E1-44A8-A447-AC5DDCFF8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603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A114F-0D26-4F75-9C91-62862E7EFB4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48640" y="429768"/>
            <a:ext cx="11091672" cy="492443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/>
              <a:t>Click to add title (Times New Roman 32 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19C1B-9847-492D-9832-3F08D03F236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548640" y="1856232"/>
            <a:ext cx="11091672" cy="44531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add text (Arial 18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slidemaster_copyright">
            <a:extLst>
              <a:ext uri="{FF2B5EF4-FFF2-40B4-BE49-F238E27FC236}">
                <a16:creationId xmlns:a16="http://schemas.microsoft.com/office/drawing/2014/main" id="{EBE4C112-DAE1-4383-B338-60D56B961C5A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620847" y="6544205"/>
            <a:ext cx="553037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>
                <a:solidFill>
                  <a:srgbClr val="A3A1A8"/>
                </a:solidFill>
              </a:rPr>
              <a:t>© 2022 ZS</a:t>
            </a:r>
          </a:p>
        </p:txBody>
      </p:sp>
      <p:sp>
        <p:nvSpPr>
          <p:cNvPr id="13" name="slidemaster_pagenumber">
            <a:extLst>
              <a:ext uri="{FF2B5EF4-FFF2-40B4-BE49-F238E27FC236}">
                <a16:creationId xmlns:a16="http://schemas.microsoft.com/office/drawing/2014/main" id="{2877A940-A631-4E1B-B19B-5FF4D109B3FD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99248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rgbClr val="A3A1A8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>
              <a:solidFill>
                <a:srgbClr val="A3A1A8"/>
              </a:solidFill>
            </a:endParaRPr>
          </a:p>
        </p:txBody>
      </p:sp>
      <p:sp>
        <p:nvSpPr>
          <p:cNvPr id="14" name="slidemaster_filename">
            <a:extLst>
              <a:ext uri="{FF2B5EF4-FFF2-40B4-BE49-F238E27FC236}">
                <a16:creationId xmlns:a16="http://schemas.microsoft.com/office/drawing/2014/main" id="{F68B06B1-86C6-4EE3-836F-F05FD01ADDC4}"/>
              </a:ext>
            </a:extLst>
          </p:cNvPr>
          <p:cNvSpPr txBox="1">
            <a:spLocks/>
          </p:cNvSpPr>
          <p:nvPr userDrawn="1"/>
        </p:nvSpPr>
        <p:spPr bwMode="auto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>
              <a:solidFill>
                <a:srgbClr val="A3A1A8"/>
              </a:solidFill>
            </a:endParaRPr>
          </a:p>
        </p:txBody>
      </p:sp>
      <p:sp>
        <p:nvSpPr>
          <p:cNvPr id="7" name="slidemaster_draft" hidden="1">
            <a:extLst>
              <a:ext uri="{FF2B5EF4-FFF2-40B4-BE49-F238E27FC236}">
                <a16:creationId xmlns:a16="http://schemas.microsoft.com/office/drawing/2014/main" id="{25417A80-DCE9-4A55-A666-815B9E2F92BA}"/>
              </a:ext>
            </a:extLst>
          </p:cNvPr>
          <p:cNvSpPr txBox="1"/>
          <p:nvPr userDrawn="1"/>
        </p:nvSpPr>
        <p:spPr>
          <a:xfrm>
            <a:off x="5855550" y="189999"/>
            <a:ext cx="480901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2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4045165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500"/>
        </a:spcBef>
        <a:spcAft>
          <a:spcPts val="0"/>
        </a:spcAft>
        <a:buFont typeface="Arial" panose="020B0604020202020204" pitchFamily="34" charset="0"/>
        <a:buNone/>
        <a:defRPr sz="1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Font typeface="Wingdings 2" panose="05020102010507070707" pitchFamily="18" charset="2"/>
        <a:buChar char="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Font typeface="Arial" panose="020B0604020202020204" pitchFamily="34" charset="0"/>
        <a:buChar char="–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6">
          <p15:clr>
            <a:srgbClr val="F26B43"/>
          </p15:clr>
        </p15:guide>
        <p15:guide id="2" pos="7334">
          <p15:clr>
            <a:srgbClr val="F26B43"/>
          </p15:clr>
        </p15:guide>
        <p15:guide id="3" orient="horz" pos="346">
          <p15:clr>
            <a:srgbClr val="F26B43"/>
          </p15:clr>
        </p15:guide>
        <p15:guide id="4" orient="horz" pos="397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_project&amp;pres_name">
            <a:extLst>
              <a:ext uri="{FF2B5EF4-FFF2-40B4-BE49-F238E27FC236}">
                <a16:creationId xmlns:a16="http://schemas.microsoft.com/office/drawing/2014/main" id="{D9A09595-177C-4762-9C80-C7D5CFB27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8" y="2357120"/>
            <a:ext cx="8422641" cy="2360077"/>
          </a:xfrm>
        </p:spPr>
        <p:txBody>
          <a:bodyPr/>
          <a:lstStyle/>
          <a:p>
            <a:r>
              <a:rPr lang="en-US" dirty="0">
                <a:latin typeface="Times New Roman"/>
                <a:cs typeface="Times New Roman"/>
              </a:rPr>
              <a:t>Business Technology Solutions Consultant 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Panel Instructions</a:t>
            </a:r>
            <a:br>
              <a:rPr lang="en-US" dirty="0">
                <a:latin typeface="Times New Roman"/>
                <a:cs typeface="Times New Roman"/>
              </a:rPr>
            </a:br>
            <a:endParaRPr lang="en-US" b="0" dirty="0">
              <a:latin typeface="Times New Roman"/>
              <a:cs typeface="Times New Roman"/>
            </a:endParaRPr>
          </a:p>
        </p:txBody>
      </p:sp>
      <p:cxnSp>
        <p:nvCxnSpPr>
          <p:cNvPr id="8" name="logoLine" hidden="1">
            <a:extLst>
              <a:ext uri="{FF2B5EF4-FFF2-40B4-BE49-F238E27FC236}">
                <a16:creationId xmlns:a16="http://schemas.microsoft.com/office/drawing/2014/main" id="{A23265D6-0423-4949-BAF5-7FA53CF0F3E9}"/>
              </a:ext>
            </a:extLst>
          </p:cNvPr>
          <p:cNvCxnSpPr/>
          <p:nvPr/>
        </p:nvCxnSpPr>
        <p:spPr>
          <a:xfrm>
            <a:off x="2451600" y="1033200"/>
            <a:ext cx="0" cy="230400"/>
          </a:xfrm>
          <a:prstGeom prst="line">
            <a:avLst/>
          </a:prstGeom>
          <a:ln w="9525" cap="rnd">
            <a:solidFill>
              <a:schemeClr val="tx2">
                <a:lumMod val="40000"/>
                <a:lumOff val="6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546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7FFBEEB-31F2-310A-A689-4F909F32D2AF}"/>
              </a:ext>
            </a:extLst>
          </p:cNvPr>
          <p:cNvSpPr txBox="1">
            <a:spLocks/>
          </p:cNvSpPr>
          <p:nvPr/>
        </p:nvSpPr>
        <p:spPr bwMode="auto">
          <a:xfrm>
            <a:off x="548640" y="429768"/>
            <a:ext cx="11091672" cy="135421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</a:rPr>
              <a:t>Please be prepared to present and discuss a project example that will highlight how you have had an impact on a business issue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1A1628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E2343D3-86CA-2954-9412-53EFF12189FE}"/>
              </a:ext>
            </a:extLst>
          </p:cNvPr>
          <p:cNvSpPr txBox="1">
            <a:spLocks/>
          </p:cNvSpPr>
          <p:nvPr/>
        </p:nvSpPr>
        <p:spPr bwMode="auto">
          <a:xfrm>
            <a:off x="369316" y="2104020"/>
            <a:ext cx="5344160" cy="41410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  <a:defRPr sz="1800" b="0" i="0" u="none" strike="noStrike" kern="1200" cap="none" spc="0" normalizeH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 2" panose="05020102010507070707" pitchFamily="18" charset="2"/>
              <a:buChar char=""/>
              <a:defRPr sz="1800" i="0" u="none" strike="noStrike" kern="1200" cap="none" spc="0" normalizeH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defRPr sz="1800" i="0" u="none" strike="noStrike" kern="1200" cap="none" spc="0" normalizeH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45mins = 30mins presentation + 15mins Q&amp;A</a:t>
            </a:r>
          </a:p>
          <a:p>
            <a:pPr marL="4572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tabLst/>
              <a:defRPr/>
            </a:pP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 2" panose="05020102010507070707" pitchFamily="18" charset="2"/>
              <a:buChar char="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What are we looking for in the Panel Discussion?</a:t>
            </a:r>
          </a:p>
          <a:p>
            <a:pPr marL="4572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Candidates should be able to highlight a project that shares how they have had an impact on the business issue</a:t>
            </a:r>
          </a:p>
          <a:p>
            <a:pPr marL="4572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Our panel is looking for the candidate to share examples of their problem solving, knowledge of the business context, client / team management, and expertise and experience in your past work. </a:t>
            </a:r>
          </a:p>
          <a:p>
            <a:pPr marL="4572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Candidates should communicate their contributed impact, the overall program / project impact as well as examples of conflict resolution</a:t>
            </a:r>
          </a:p>
          <a:p>
            <a:pPr marL="4572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 encourage candidates to use a different example than previously used in this interview process; however, there won’t be any negative impact in case the example is repeated.</a:t>
            </a:r>
          </a:p>
          <a:p>
            <a:pPr marL="4572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Slides should aim to range from 3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- 8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pages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A908CE7-D701-B8E0-FB22-D482CE00D123}"/>
              </a:ext>
            </a:extLst>
          </p:cNvPr>
          <p:cNvSpPr txBox="1">
            <a:spLocks/>
          </p:cNvSpPr>
          <p:nvPr/>
        </p:nvSpPr>
        <p:spPr bwMode="auto">
          <a:xfrm>
            <a:off x="6875024" y="2095729"/>
            <a:ext cx="3603740" cy="44531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  <a:defRPr sz="1800" b="0" i="0" u="none" strike="noStrike" kern="1200" cap="none" spc="0" normalizeH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 2" panose="05020102010507070707" pitchFamily="18" charset="2"/>
              <a:buChar char=""/>
              <a:defRPr sz="1800" i="0" u="none" strike="noStrike" kern="1200" cap="none" spc="0" normalizeH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defRPr sz="1800" i="0" u="none" strike="noStrike" kern="1200" cap="none" spc="0" normalizeH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300" b="1" dirty="0">
                <a:solidFill>
                  <a:srgbClr val="000000"/>
                </a:solidFill>
                <a:latin typeface="Arial" panose="020B0604020202020204"/>
              </a:rPr>
              <a:t>A few examples to highlight when discussing your experience might be: </a:t>
            </a:r>
          </a:p>
          <a:p>
            <a:pPr lvl="2"/>
            <a:r>
              <a:rPr lang="en-US" sz="1300" dirty="0">
                <a:solidFill>
                  <a:srgbClr val="53565A"/>
                </a:solidFill>
                <a:latin typeface="Arial" panose="020B0604020202020204"/>
              </a:rPr>
              <a:t>Business Case Development</a:t>
            </a:r>
          </a:p>
          <a:p>
            <a:pPr lvl="2"/>
            <a:r>
              <a:rPr lang="en-US" sz="1300" dirty="0">
                <a:solidFill>
                  <a:srgbClr val="53565A"/>
                </a:solidFill>
                <a:latin typeface="Arial" panose="020B0604020202020204"/>
              </a:rPr>
              <a:t>Project approach/Plan</a:t>
            </a:r>
          </a:p>
          <a:p>
            <a:pPr lvl="2"/>
            <a:r>
              <a:rPr lang="en-US" sz="1300" dirty="0">
                <a:solidFill>
                  <a:srgbClr val="53565A"/>
                </a:solidFill>
                <a:latin typeface="Arial" panose="020B0604020202020204"/>
              </a:rPr>
              <a:t>System Architecture</a:t>
            </a:r>
          </a:p>
          <a:p>
            <a:pPr lvl="2"/>
            <a:r>
              <a:rPr lang="en-US" sz="1300" dirty="0">
                <a:solidFill>
                  <a:srgbClr val="53565A"/>
                </a:solidFill>
                <a:latin typeface="Arial" panose="020B0604020202020204"/>
              </a:rPr>
              <a:t>System Landscape &amp; data flow maps </a:t>
            </a:r>
          </a:p>
          <a:p>
            <a:pPr lvl="2"/>
            <a:r>
              <a:rPr lang="en-US" sz="1300" dirty="0">
                <a:solidFill>
                  <a:srgbClr val="53565A"/>
                </a:solidFill>
                <a:latin typeface="Arial" panose="020B0604020202020204"/>
              </a:rPr>
              <a:t>User/Functional Requirements </a:t>
            </a:r>
          </a:p>
          <a:p>
            <a:pPr lvl="2"/>
            <a:r>
              <a:rPr lang="en-US" sz="1300" dirty="0">
                <a:solidFill>
                  <a:srgbClr val="53565A"/>
                </a:solidFill>
                <a:latin typeface="Arial" panose="020B0604020202020204"/>
              </a:rPr>
              <a:t>End User Interview Artifacts</a:t>
            </a:r>
          </a:p>
          <a:p>
            <a:pPr lvl="2"/>
            <a:r>
              <a:rPr lang="en-US" sz="1300" dirty="0">
                <a:solidFill>
                  <a:srgbClr val="53565A"/>
                </a:solidFill>
                <a:latin typeface="Arial" panose="020B0604020202020204"/>
              </a:rPr>
              <a:t>Sample Mockups</a:t>
            </a:r>
          </a:p>
          <a:p>
            <a:pPr lvl="2"/>
            <a:r>
              <a:rPr lang="en-US" sz="1300" dirty="0">
                <a:solidFill>
                  <a:srgbClr val="53565A"/>
                </a:solidFill>
                <a:latin typeface="Arial" panose="020B0604020202020204"/>
              </a:rPr>
              <a:t>Configuration Documents</a:t>
            </a:r>
          </a:p>
          <a:p>
            <a:pPr lvl="2"/>
            <a:r>
              <a:rPr lang="en-US" sz="1300" dirty="0">
                <a:solidFill>
                  <a:srgbClr val="53565A"/>
                </a:solidFill>
                <a:latin typeface="Arial" panose="020B0604020202020204"/>
              </a:rPr>
              <a:t>UAT Plan </a:t>
            </a:r>
          </a:p>
          <a:p>
            <a:pPr lvl="2"/>
            <a:r>
              <a:rPr lang="en-US" sz="1300" dirty="0">
                <a:solidFill>
                  <a:srgbClr val="53565A"/>
                </a:solidFill>
                <a:latin typeface="Arial" panose="020B0604020202020204"/>
              </a:rPr>
              <a:t>Post implementation support plan</a:t>
            </a:r>
          </a:p>
          <a:p>
            <a:pPr lvl="2"/>
            <a:r>
              <a:rPr lang="en-US" sz="1300" dirty="0">
                <a:solidFill>
                  <a:srgbClr val="53565A"/>
                </a:solidFill>
                <a:latin typeface="Arial" panose="020B0604020202020204"/>
              </a:rPr>
              <a:t>Any SDLC standard deliverables</a:t>
            </a:r>
          </a:p>
          <a:p>
            <a:pPr lvl="2"/>
            <a:r>
              <a:rPr lang="en-US" sz="1300" dirty="0">
                <a:solidFill>
                  <a:srgbClr val="53565A"/>
                </a:solidFill>
                <a:latin typeface="Arial" panose="020B0604020202020204"/>
              </a:rPr>
              <a:t>Program Governance </a:t>
            </a:r>
          </a:p>
          <a:p>
            <a:pPr lvl="2"/>
            <a:endParaRPr lang="en-US" sz="1300" b="1" dirty="0">
              <a:solidFill>
                <a:srgbClr val="53565A"/>
              </a:solidFill>
              <a:latin typeface="Arial" panose="020B0604020202020204"/>
            </a:endParaRPr>
          </a:p>
          <a:p>
            <a:endParaRPr lang="en-US" sz="1300" dirty="0">
              <a:solidFill>
                <a:srgbClr val="1A1628"/>
              </a:solidFill>
              <a:latin typeface="Arial" panose="020B0604020202020204"/>
            </a:endParaRPr>
          </a:p>
        </p:txBody>
      </p:sp>
      <p:sp>
        <p:nvSpPr>
          <p:cNvPr id="2" name="Takeaway">
            <a:extLst>
              <a:ext uri="{FF2B5EF4-FFF2-40B4-BE49-F238E27FC236}">
                <a16:creationId xmlns:a16="http://schemas.microsoft.com/office/drawing/2014/main" id="{E8C3D905-99F6-E06B-1AA7-74F7913F4875}"/>
              </a:ext>
            </a:extLst>
          </p:cNvPr>
          <p:cNvSpPr/>
          <p:nvPr/>
        </p:nvSpPr>
        <p:spPr>
          <a:xfrm>
            <a:off x="0" y="6054724"/>
            <a:ext cx="12192000" cy="494133"/>
          </a:xfrm>
          <a:prstGeom prst="rect">
            <a:avLst/>
          </a:prstGeom>
          <a:solidFill>
            <a:srgbClr val="1A1628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Candidates will bring materials that help substantiate your discussion. We respect a candidate’s commitment to client confidentiality; please sanitize examples where appropriate. </a:t>
            </a:r>
          </a:p>
        </p:txBody>
      </p:sp>
    </p:spTree>
    <p:extLst>
      <p:ext uri="{BB962C8B-B14F-4D97-AF65-F5344CB8AC3E}">
        <p14:creationId xmlns:p14="http://schemas.microsoft.com/office/powerpoint/2010/main" val="594277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ZS PPT 16x9">
  <a:themeElements>
    <a:clrScheme name="ZS Colors_Updated">
      <a:dk1>
        <a:srgbClr val="000000"/>
      </a:dk1>
      <a:lt1>
        <a:srgbClr val="FFFFFF"/>
      </a:lt1>
      <a:dk2>
        <a:srgbClr val="75737D"/>
      </a:dk2>
      <a:lt2>
        <a:srgbClr val="EC7200"/>
      </a:lt2>
      <a:accent1>
        <a:srgbClr val="1A1628"/>
      </a:accent1>
      <a:accent2>
        <a:srgbClr val="EC7200"/>
      </a:accent2>
      <a:accent3>
        <a:srgbClr val="32A29B"/>
      </a:accent3>
      <a:accent4>
        <a:srgbClr val="EAC959"/>
      </a:accent4>
      <a:accent5>
        <a:srgbClr val="408CFF"/>
      </a:accent5>
      <a:accent6>
        <a:srgbClr val="7FD07D"/>
      </a:accent6>
      <a:hlink>
        <a:srgbClr val="1A1628"/>
      </a:hlink>
      <a:folHlink>
        <a:srgbClr val="EC72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9525">
          <a:solidFill>
            <a:schemeClr val="tx2"/>
          </a:solidFill>
        </a:ln>
      </a:spPr>
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600"/>
          </a:spcBef>
          <a:spcAft>
            <a:spcPts val="0"/>
          </a:spcAft>
          <a:defRPr sz="18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2"/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  <a:miter lim="800000"/>
        </a:ln>
      </a:spPr>
      <a:bodyPr wrap="none" lIns="0" tIns="0" rIns="0" bIns="0" rtlCol="0">
        <a:noAutofit/>
      </a:bodyPr>
      <a:lstStyle>
        <a:defPPr algn="l">
          <a:spcBef>
            <a:spcPts val="600"/>
          </a:spcBef>
          <a:spcAft>
            <a:spcPts val="0"/>
          </a:spcAft>
          <a:defRPr sz="1800" dirty="0" err="1" smtClean="0">
            <a:solidFill>
              <a:schemeClr val="accent1"/>
            </a:solidFill>
          </a:defRPr>
        </a:defPPr>
      </a:lstStyle>
    </a:txDef>
  </a:objectDefaults>
  <a:extraClrSchemeLst/>
  <a:custClrLst>
    <a:custClr name="Purple">
      <a:srgbClr val="8F5AFF"/>
    </a:custClr>
    <a:custClr name="80% Gray">
      <a:srgbClr val="474554"/>
    </a:custClr>
    <a:custClr name="60% Gray">
      <a:srgbClr val="75737D"/>
    </a:custClr>
    <a:custClr name="40% Gray">
      <a:srgbClr val="A3A1A8"/>
    </a:custClr>
    <a:custClr name="20% Gray">
      <a:srgbClr val="D1D0D4"/>
    </a:custClr>
    <a:custClr name="Light Gray">
      <a:srgbClr val="F4F3F3"/>
    </a:custClr>
  </a:custClrLst>
  <a:extLst>
    <a:ext uri="{05A4C25C-085E-4340-85A3-A5531E510DB2}">
      <thm15:themeFamily xmlns:thm15="http://schemas.microsoft.com/office/thememl/2012/main" name="ZS PPT 16x9" id="{23E6B796-D66E-4871-84BA-FC6C42EB6A49}" vid="{EFA283CE-B6C6-4E3D-9693-81FFE38B810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249</Words>
  <Application>Microsoft Office PowerPoint</Application>
  <PresentationFormat>Widescreen</PresentationFormat>
  <Paragraphs>26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Wingdings 2</vt:lpstr>
      <vt:lpstr>Office Theme</vt:lpstr>
      <vt:lpstr>ZS PPT 16x9</vt:lpstr>
      <vt:lpstr>Business Technology Solutions Consultant  Panel Instructions </vt:lpstr>
      <vt:lpstr>PowerPoint Presentation</vt:lpstr>
    </vt:vector>
  </TitlesOfParts>
  <Company>ZS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Panel Technology Consultant Interview Instructions </dc:title>
  <dc:creator>Madeline Berman</dc:creator>
  <cp:lastModifiedBy>Madeline Berman</cp:lastModifiedBy>
  <cp:revision>4</cp:revision>
  <dcterms:created xsi:type="dcterms:W3CDTF">2023-10-16T17:13:34Z</dcterms:created>
  <dcterms:modified xsi:type="dcterms:W3CDTF">2023-10-16T19:45:35Z</dcterms:modified>
</cp:coreProperties>
</file>