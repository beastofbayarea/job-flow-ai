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1.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comments/modernComment_7FFFFDEE_25C72B25.xml" ContentType="application/vnd.ms-powerpoint.comments+xml"/>
  <Override PartName="/ppt/tags/tag36.xml" ContentType="application/vnd.openxmlformats-officedocument.presentationml.tags+xml"/>
  <Override PartName="/ppt/comments/modernComment_7FFFFDF1_75FDAFFD.xml" ContentType="application/vnd.ms-powerpoint.comments+xml"/>
  <Override PartName="/ppt/tags/tag37.xml" ContentType="application/vnd.openxmlformats-officedocument.presentationml.tags+xml"/>
  <Override PartName="/ppt/comments/modernComment_7FFFFDF2_CE5AF36.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4" r:id="rId4"/>
  </p:sldMasterIdLst>
  <p:notesMasterIdLst>
    <p:notesMasterId r:id="rId13"/>
  </p:notesMasterIdLst>
  <p:handoutMasterIdLst>
    <p:handoutMasterId r:id="rId14"/>
  </p:handoutMasterIdLst>
  <p:sldIdLst>
    <p:sldId id="2147483120" r:id="rId5"/>
    <p:sldId id="2147482972" r:id="rId6"/>
    <p:sldId id="2147483105" r:id="rId7"/>
    <p:sldId id="2147483116" r:id="rId8"/>
    <p:sldId id="2147483119" r:id="rId9"/>
    <p:sldId id="2147483118" r:id="rId10"/>
    <p:sldId id="2147483121" r:id="rId11"/>
    <p:sldId id="2147483122" r:id="rId12"/>
  </p:sldIdLst>
  <p:sldSz cx="12192000" cy="6858000"/>
  <p:notesSz cx="6858000" cy="9144000"/>
  <p:custDataLst>
    <p:tags r:id="rId1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331983F-7AB0-4EB0-8B51-0BA1464DFDAD}">
          <p14:sldIdLst>
            <p14:sldId id="2147483120"/>
            <p14:sldId id="2147482972"/>
            <p14:sldId id="2147483105"/>
            <p14:sldId id="2147483116"/>
            <p14:sldId id="2147483119"/>
            <p14:sldId id="2147483118"/>
            <p14:sldId id="2147483121"/>
            <p14:sldId id="2147483122"/>
          </p14:sldIdLst>
        </p14:section>
      </p14:sectionLst>
    </p:ext>
    <p:ext uri="{EFAFB233-063F-42B5-8137-9DF3F51BA10A}">
      <p15:sldGuideLst xmlns:p15="http://schemas.microsoft.com/office/powerpoint/2012/main">
        <p15:guide id="1" pos="693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8E1DEAF-90C5-FB58-94A9-25B0D65FE3FB}" name="Tyler Rowberry" initials="TR" userId="S::T.Rowberry@lek.com::72694067-4153-4e1a-a5ac-f3f80566cafa" providerId="AD"/>
  <p188:author id="{DDE320E7-5FFA-A73E-9DDF-AA3F35455CD3}" name="Lloyd Meek" initials="LM" userId="S::l.meek@lek.com::7c6dcaff-1431-4a2e-803f-306d3c1caad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75C"/>
    <a:srgbClr val="C4CECC"/>
    <a:srgbClr val="00B852"/>
    <a:srgbClr val="00973A"/>
    <a:srgbClr val="A8D500"/>
    <a:srgbClr val="FFC836"/>
    <a:srgbClr val="FFFFFF"/>
    <a:srgbClr val="71867C"/>
    <a:srgbClr val="C3CECC"/>
    <a:srgbClr val="5654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95BDC9FD1CEE}">
  <a:tblStyle styleId="{5C22544A-7EE6-4342-B048-95BDC9FD1CEE}" styleName="L.E.K. Style">
    <a:wholeTbl>
      <a:tcTxStyle>
        <a:fontRef idx="minor"/>
        <a:schemeClr val="dk1"/>
      </a:tcTxStyle>
      <a:tcStyle>
        <a:tcBdr>
          <a:left>
            <a:ln>
              <a:noFill/>
            </a:ln>
          </a:left>
          <a:right>
            <a:ln>
              <a:noFill/>
            </a:ln>
          </a:right>
          <a:top>
            <a:ln>
              <a:noFill/>
            </a:ln>
          </a:top>
          <a:bottom>
            <a:ln w="6000" cmpd="sng">
              <a:solidFill>
                <a:srgbClr val="C3CECC"/>
              </a:solidFill>
            </a:ln>
          </a:bottom>
          <a:insideH>
            <a:ln w="6000" cmpd="sng">
              <a:solidFill>
                <a:srgbClr val="C3CECC"/>
              </a:solidFill>
            </a:ln>
          </a:insideH>
          <a:insideV>
            <a:ln>
              <a:noFill/>
            </a:ln>
          </a:insideV>
        </a:tcBdr>
        <a:fill>
          <a:noFill/>
        </a:fill>
      </a:tcStyle>
    </a:wholeTbl>
    <a:firstCol>
      <a:tcTxStyle b="on">
        <a:fontRef idx="minor">
          <a:prstClr val="black"/>
        </a:fontRef>
        <a:srgbClr val="076B3B"/>
      </a:tcTxStyle>
      <a:tcStyle>
        <a:tcBdr>
          <a:bottom>
            <a:ln w="6000" cmpd="sng">
              <a:solidFill>
                <a:srgbClr val="C3CECC"/>
              </a:solidFill>
            </a:ln>
          </a:bottom>
        </a:tcBdr>
        <a:fill>
          <a:noFill/>
        </a:fill>
      </a:tcStyle>
    </a:firstCol>
    <a:firstRow>
      <a:tcTxStyle b="on">
        <a:fontRef idx="minor">
          <a:prstClr val="black"/>
        </a:fontRef>
        <a:srgbClr val="076B3B"/>
      </a:tcTxStyle>
      <a:tcStyle>
        <a:tcBdr>
          <a:insideV>
            <a:ln>
              <a:noFill/>
            </a:ln>
          </a:insideV>
        </a:tcBdr>
        <a:fill>
          <a:noFill/>
        </a:fill>
      </a:tcStyle>
    </a:firstRow>
    <a:nwCell>
      <a:tcTxStyle/>
      <a:tcStyle>
        <a:tcBdr>
          <a:bottom>
            <a:ln w="6000" cmpd="sng">
              <a:solidFill>
                <a:srgbClr val="C3CECC"/>
              </a:solidFill>
            </a:ln>
          </a:bottom>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47" autoAdjust="0"/>
  </p:normalViewPr>
  <p:slideViewPr>
    <p:cSldViewPr snapToGrid="0">
      <p:cViewPr varScale="1">
        <p:scale>
          <a:sx n="123" d="100"/>
          <a:sy n="123" d="100"/>
        </p:scale>
        <p:origin x="90" y="132"/>
      </p:cViewPr>
      <p:guideLst>
        <p:guide pos="6936"/>
        <p:guide orient="horz" pos="2160"/>
      </p:guideLst>
    </p:cSldViewPr>
  </p:slid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84" d="100"/>
          <a:sy n="84" d="100"/>
        </p:scale>
        <p:origin x="297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omments/modernComment_7FFFFDEE_25C72B25.xml><?xml version="1.0" encoding="utf-8"?>
<p188:cmLst xmlns:a="http://schemas.openxmlformats.org/drawingml/2006/main" xmlns:r="http://schemas.openxmlformats.org/officeDocument/2006/relationships" xmlns:p188="http://schemas.microsoft.com/office/powerpoint/2018/8/main">
  <p188:cm id="{87A2ACDE-EEDC-4E1E-85A8-ADDB2C3C7535}" authorId="{58E1DEAF-90C5-FB58-94A9-25B0D65FE3FB}" created="2025-12-17T23:00:02.204">
    <pc:sldMkLst xmlns:pc="http://schemas.microsoft.com/office/powerpoint/2013/main/command">
      <pc:docMk/>
      <pc:sldMk cId="633809701" sldId="2147483118"/>
    </pc:sldMkLst>
    <p188:txBody>
      <a:bodyPr/>
      <a:lstStyle/>
      <a:p>
        <a:r>
          <a:rPr lang="en-GB"/>
          <a:t>Create a budget slide with a graph that breaks down the spend for AI tools, Collaboration tools, Subscriptions, Infrastructure, and Other Expenses across three years. Ensure that you display the total spend and the percentage of the total each group contributes. 
On the other side of the slide, discuss the implications that changes to the spending over the years mean.</a:t>
        </a:r>
      </a:p>
    </p188:txBody>
  </p188:cm>
</p188:cmLst>
</file>

<file path=ppt/comments/modernComment_7FFFFDF1_75FDAFFD.xml><?xml version="1.0" encoding="utf-8"?>
<p188:cmLst xmlns:a="http://schemas.openxmlformats.org/drawingml/2006/main" xmlns:r="http://schemas.openxmlformats.org/officeDocument/2006/relationships" xmlns:p188="http://schemas.microsoft.com/office/powerpoint/2018/8/main">
  <p188:cm id="{00A5F423-E223-4746-B089-3DE31BBF9E6D}" authorId="{58E1DEAF-90C5-FB58-94A9-25B0D65FE3FB}" created="2025-12-17T23:10:19.676">
    <pc:sldMkLst xmlns:pc="http://schemas.microsoft.com/office/powerpoint/2013/main/command">
      <pc:docMk/>
      <pc:sldMk cId="1979559933" sldId="2147483121"/>
    </pc:sldMkLst>
    <p188:txBody>
      <a:bodyPr/>
      <a:lstStyle/>
      <a:p>
        <a:r>
          <a:rPr lang="en-GB"/>
          <a:t>Create a slide that is an organizational view of the IT Department. Showing the heads of the different units. 
Make this slide something professional that you would be comfortable presenting to the board</a:t>
        </a:r>
      </a:p>
    </p188:txBody>
  </p188:cm>
</p188:cmLst>
</file>

<file path=ppt/comments/modernComment_7FFFFDF2_CE5AF36.xml><?xml version="1.0" encoding="utf-8"?>
<p188:cmLst xmlns:a="http://schemas.openxmlformats.org/drawingml/2006/main" xmlns:r="http://schemas.openxmlformats.org/officeDocument/2006/relationships" xmlns:p188="http://schemas.microsoft.com/office/powerpoint/2018/8/main">
  <p188:cm id="{415270A5-ECF6-45DA-9F27-3308D0F8E356}" authorId="{58E1DEAF-90C5-FB58-94A9-25B0D65FE3FB}" created="2025-12-17T23:13:56.256">
    <pc:sldMkLst xmlns:pc="http://schemas.microsoft.com/office/powerpoint/2013/main/command">
      <pc:docMk/>
      <pc:sldMk cId="216379190" sldId="2147483122"/>
    </pc:sldMkLst>
    <p188:txBody>
      <a:bodyPr/>
      <a:lstStyle/>
      <a:p>
        <a:r>
          <a:rPr lang="en-GB"/>
          <a:t>On this slide please show the plan for doing 10 projects over 2026 displaying when projects will start and end (not all starting and ending together) and key details to know about the projects. 
How you display it is up to you but it has to have 1) display of time, 2) project descriptions, 3) status update of the projects such as if the project is on time or delayed.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7F437-34E4-457B-ACAA-C109BC5AD2B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6C9805C-0D4B-456D-9316-F45962E2F5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B91EB8-1FC0-49BA-B8A0-9D4051C7D0E5}" type="datetimeFigureOut">
              <a:rPr lang="en-US" smtClean="0"/>
              <a:t>1/26/2026</a:t>
            </a:fld>
            <a:endParaRPr lang="en-US" dirty="0"/>
          </a:p>
        </p:txBody>
      </p:sp>
      <p:sp>
        <p:nvSpPr>
          <p:cNvPr id="4" name="Footer Placeholder 3">
            <a:extLst>
              <a:ext uri="{FF2B5EF4-FFF2-40B4-BE49-F238E27FC236}">
                <a16:creationId xmlns:a16="http://schemas.microsoft.com/office/drawing/2014/main" id="{C3170BBA-56B5-4091-9B11-25E056164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1017362-806F-4EA8-BAA6-0CA6D364BC8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6AC5C8-AA3E-49B6-9C0B-3EDF0860F219}" type="slidenum">
              <a:rPr lang="en-US" smtClean="0"/>
              <a:t>‹#›</a:t>
            </a:fld>
            <a:endParaRPr lang="en-US" dirty="0"/>
          </a:p>
        </p:txBody>
      </p:sp>
    </p:spTree>
    <p:extLst>
      <p:ext uri="{BB962C8B-B14F-4D97-AF65-F5344CB8AC3E}">
        <p14:creationId xmlns:p14="http://schemas.microsoft.com/office/powerpoint/2010/main" val="3942118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solidFill>
                  <a:srgbClr val="71867C"/>
                </a:solidFill>
                <a:latin typeface="Arial" panose="020B0604020202020204" pitchFamily="34" charset="0"/>
                <a:cs typeface="Arial" panose="020B0604020202020204" pitchFamily="34" charset="0"/>
                <a:sym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solidFill>
                  <a:srgbClr val="71867C"/>
                </a:solidFill>
                <a:latin typeface="Arial" panose="020B0604020202020204" pitchFamily="34" charset="0"/>
                <a:cs typeface="Arial" panose="020B0604020202020204" pitchFamily="34" charset="0"/>
                <a:sym typeface="Arial" panose="020B0604020202020204" pitchFamily="34" charset="0"/>
              </a:defRPr>
            </a:lvl1pPr>
          </a:lstStyle>
          <a:p>
            <a:fld id="{A2FD89D3-6540-412A-8DF7-24F6B362E6BB}" type="datetimeFigureOut">
              <a:rPr lang="en-GB" smtClean="0"/>
              <a:pPr/>
              <a:t>26/01/2026</a:t>
            </a:fld>
            <a:endParaRPr lang="en-GB" dirty="0"/>
          </a:p>
        </p:txBody>
      </p:sp>
      <p:sp>
        <p:nvSpPr>
          <p:cNvPr id="4" name="Slide Image Placeholder 3"/>
          <p:cNvSpPr>
            <a:spLocks noGrp="1" noRot="1" noChangeAspect="1"/>
          </p:cNvSpPr>
          <p:nvPr>
            <p:ph type="sldImg" idx="2"/>
          </p:nvPr>
        </p:nvSpPr>
        <p:spPr>
          <a:xfrm>
            <a:off x="685800" y="630237"/>
            <a:ext cx="5486400" cy="3086100"/>
          </a:xfrm>
          <a:prstGeom prst="rect">
            <a:avLst/>
          </a:prstGeom>
          <a:noFill/>
          <a:ln w="12700">
            <a:solidFill>
              <a:schemeClr val="accent3"/>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3887785"/>
            <a:ext cx="5486400" cy="4797427"/>
          </a:xfrm>
          <a:prstGeom prst="rect">
            <a:avLst/>
          </a:prstGeom>
        </p:spPr>
        <p:txBody>
          <a:bodyPr vert="horz" lIns="91440" tIns="45720" rIns="91440" bIns="45720" rtlCol="0"/>
          <a:lstStyle/>
          <a:p>
            <a:pPr lvl="0"/>
            <a:r>
              <a:rPr lang="en-GB"/>
              <a:t>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solidFill>
                  <a:srgbClr val="71867C"/>
                </a:solidFill>
                <a:latin typeface="Arial" panose="020B0604020202020204" pitchFamily="34" charset="0"/>
                <a:cs typeface="Arial" panose="020B0604020202020204" pitchFamily="34" charset="0"/>
                <a:sym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solidFill>
                  <a:srgbClr val="71867C"/>
                </a:solidFill>
                <a:latin typeface="Arial" panose="020B0604020202020204" pitchFamily="34" charset="0"/>
                <a:cs typeface="Arial" panose="020B0604020202020204" pitchFamily="34" charset="0"/>
                <a:sym typeface="Arial" panose="020B0604020202020204" pitchFamily="34" charset="0"/>
              </a:defRPr>
            </a:lvl1pPr>
          </a:lstStyle>
          <a:p>
            <a:fld id="{53BCCA8E-E054-4945-93F6-8F3E2A7D5A26}" type="slidenum">
              <a:rPr lang="en-GB" smtClean="0"/>
              <a:pPr/>
              <a:t>‹#›</a:t>
            </a:fld>
            <a:endParaRPr lang="en-GB" dirty="0"/>
          </a:p>
        </p:txBody>
      </p:sp>
    </p:spTree>
    <p:extLst>
      <p:ext uri="{BB962C8B-B14F-4D97-AF65-F5344CB8AC3E}">
        <p14:creationId xmlns:p14="http://schemas.microsoft.com/office/powerpoint/2010/main" val="2230956477"/>
      </p:ext>
    </p:extLst>
  </p:cSld>
  <p:clrMap bg1="lt1" tx1="dk1" bg2="lt2" tx2="dk2" accent1="accent1" accent2="accent2" accent3="accent3" accent4="accent4" accent5="accent5" accent6="accent6" hlink="hlink" folHlink="folHlink"/>
  <p:notesStyle>
    <a:lvl1pPr marL="120650" indent="-120650" algn="l" defTabSz="914400" rtl="0" eaLnBrk="1" latinLnBrk="0" hangingPunct="1">
      <a:lnSpc>
        <a:spcPct val="85000"/>
      </a:lnSpc>
      <a:spcBef>
        <a:spcPts val="600"/>
      </a:spcBef>
      <a:buFont typeface="Arial" panose="020B0604020202020204" pitchFamily="34" charset="0"/>
      <a:buChar char="•"/>
      <a:defRPr sz="1200" kern="1200">
        <a:solidFill>
          <a:srgbClr val="71867C"/>
        </a:solidFill>
        <a:latin typeface="Arial" panose="020B0604020202020204" pitchFamily="34" charset="0"/>
        <a:ea typeface="+mn-ea"/>
        <a:cs typeface="Arial" panose="020B0604020202020204" pitchFamily="34" charset="0"/>
        <a:sym typeface="Arial" panose="020B0604020202020204" pitchFamily="34" charset="0"/>
      </a:defRPr>
    </a:lvl1pPr>
    <a:lvl2pPr marL="288925" indent="-120650" algn="l" defTabSz="914400" rtl="0" eaLnBrk="1" latinLnBrk="0" hangingPunct="1">
      <a:lnSpc>
        <a:spcPct val="85000"/>
      </a:lnSpc>
      <a:spcBef>
        <a:spcPts val="600"/>
      </a:spcBef>
      <a:buFont typeface="Arial" panose="020B0604020202020204" pitchFamily="34" charset="0"/>
      <a:buChar char="•"/>
      <a:defRPr sz="1200" kern="1200">
        <a:solidFill>
          <a:srgbClr val="71867C"/>
        </a:solidFill>
        <a:latin typeface="Arial" panose="020B0604020202020204" pitchFamily="34" charset="0"/>
        <a:ea typeface="+mn-ea"/>
        <a:cs typeface="Arial" panose="020B0604020202020204" pitchFamily="34" charset="0"/>
        <a:sym typeface="Arial" panose="020B0604020202020204" pitchFamily="34" charset="0"/>
      </a:defRPr>
    </a:lvl2pPr>
    <a:lvl3pPr marL="577850" indent="-180975" algn="l" defTabSz="914400" rtl="0" eaLnBrk="1" latinLnBrk="0" hangingPunct="1">
      <a:lnSpc>
        <a:spcPct val="85000"/>
      </a:lnSpc>
      <a:spcBef>
        <a:spcPts val="600"/>
      </a:spcBef>
      <a:buFont typeface="Arial" panose="020B0604020202020204" pitchFamily="34" charset="0"/>
      <a:buChar char="•"/>
      <a:defRPr sz="1200" kern="1200">
        <a:solidFill>
          <a:srgbClr val="71867C"/>
        </a:solidFill>
        <a:latin typeface="Arial" panose="020B0604020202020204" pitchFamily="34" charset="0"/>
        <a:ea typeface="+mn-ea"/>
        <a:cs typeface="Arial" panose="020B0604020202020204" pitchFamily="34" charset="0"/>
        <a:sym typeface="Arial" panose="020B0604020202020204" pitchFamily="34" charset="0"/>
      </a:defRPr>
    </a:lvl3pPr>
    <a:lvl4pPr marL="914400" indent="-168275" algn="l" defTabSz="914400" rtl="0" eaLnBrk="1" latinLnBrk="0" hangingPunct="1">
      <a:lnSpc>
        <a:spcPct val="85000"/>
      </a:lnSpc>
      <a:spcBef>
        <a:spcPts val="600"/>
      </a:spcBef>
      <a:buFont typeface="Arial" panose="020B0604020202020204" pitchFamily="34" charset="0"/>
      <a:buChar char="•"/>
      <a:defRPr sz="1200" kern="1200">
        <a:solidFill>
          <a:srgbClr val="71867C"/>
        </a:solidFill>
        <a:latin typeface="Arial" panose="020B0604020202020204" pitchFamily="34" charset="0"/>
        <a:ea typeface="+mn-ea"/>
        <a:cs typeface="Arial" panose="020B0604020202020204" pitchFamily="34" charset="0"/>
        <a:sym typeface="Arial" panose="020B0604020202020204" pitchFamily="34" charset="0"/>
      </a:defRPr>
    </a:lvl4pPr>
    <a:lvl5pPr marL="1203325" indent="-120650" algn="l" defTabSz="914400" rtl="0" eaLnBrk="1" latinLnBrk="0" hangingPunct="1">
      <a:lnSpc>
        <a:spcPct val="85000"/>
      </a:lnSpc>
      <a:spcBef>
        <a:spcPts val="600"/>
      </a:spcBef>
      <a:buFont typeface="Arial" panose="020B0604020202020204" pitchFamily="34" charset="0"/>
      <a:buChar char="•"/>
      <a:defRPr sz="1200" kern="1200">
        <a:solidFill>
          <a:srgbClr val="71867C"/>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62F94-2E56-8A4F-21C3-71EE594380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35C5CF-3C57-26E2-1661-FCD3B093AACB}"/>
              </a:ext>
            </a:extLst>
          </p:cNvPr>
          <p:cNvSpPr>
            <a:spLocks noGrp="1" noRot="1" noChangeAspect="1"/>
          </p:cNvSpPr>
          <p:nvPr>
            <p:ph type="sldImg"/>
          </p:nvPr>
        </p:nvSpPr>
        <p:spPr>
          <a:xfrm>
            <a:off x="685800" y="630238"/>
            <a:ext cx="5486400" cy="3086100"/>
          </a:xfrm>
        </p:spPr>
        <p:txBody>
          <a:bodyPr/>
          <a:lstStyle/>
          <a:p>
            <a:endParaRPr lang="en-GB"/>
          </a:p>
        </p:txBody>
      </p:sp>
      <p:sp>
        <p:nvSpPr>
          <p:cNvPr id="3" name="Notes Placeholder 2">
            <a:extLst>
              <a:ext uri="{FF2B5EF4-FFF2-40B4-BE49-F238E27FC236}">
                <a16:creationId xmlns:a16="http://schemas.microsoft.com/office/drawing/2014/main" id="{3F438FAC-A958-78D2-8D47-DE712EC73481}"/>
              </a:ext>
            </a:extLst>
          </p:cNvPr>
          <p:cNvSpPr>
            <a:spLocks noGrp="1"/>
          </p:cNvSpPr>
          <p:nvPr>
            <p:ph type="body" idx="1"/>
          </p:nvPr>
        </p:nvSpPr>
        <p:spPr/>
        <p:txBody>
          <a:bodyPr/>
          <a:lstStyle/>
          <a:p>
            <a:pPr marL="0" indent="0">
              <a:buNone/>
            </a:pPr>
            <a:endParaRPr lang="en-GB"/>
          </a:p>
        </p:txBody>
      </p:sp>
      <p:sp>
        <p:nvSpPr>
          <p:cNvPr id="4" name="Slide Number Placeholder 3">
            <a:extLst>
              <a:ext uri="{FF2B5EF4-FFF2-40B4-BE49-F238E27FC236}">
                <a16:creationId xmlns:a16="http://schemas.microsoft.com/office/drawing/2014/main" id="{D121012B-05CF-5DEB-25DA-E8BB627B197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3BCCA8E-E054-4945-93F6-8F3E2A7D5A26}" type="slidenum">
              <a:rPr kumimoji="0" lang="en-GB" sz="1200" b="0" i="0" u="none" strike="noStrike" kern="1200" cap="none" spc="0" normalizeH="0" baseline="0" noProof="0" smtClean="0">
                <a:ln>
                  <a:noFill/>
                </a:ln>
                <a:solidFill>
                  <a:srgbClr val="71867C"/>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srgbClr val="71867C"/>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4564724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2.png"/><Relationship Id="rId5" Type="http://schemas.openxmlformats.org/officeDocument/2006/relationships/image" Target="../media/image4.jpg"/><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2.png"/><Relationship Id="rId5" Type="http://schemas.openxmlformats.org/officeDocument/2006/relationships/image" Target="../media/image4.jpg"/><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5.jpg"/><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7.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9.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3.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3.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3.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3.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1_partner_logo/pic">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16E9BC1-EA56-4FF4-B15F-4E8FF57114A6}"/>
              </a:ext>
            </a:extLst>
          </p:cNvPr>
          <p:cNvGraphicFramePr>
            <a:graphicFrameLocks noChangeAspect="1"/>
          </p:cNvGraphicFramePr>
          <p:nvPr userDrawn="1">
            <p:custDataLst>
              <p:tags r:id="rId1"/>
            </p:custDataLst>
            <p:extLst>
              <p:ext uri="{D42A27DB-BD31-4B8C-83A1-F6EECF244321}">
                <p14:modId xmlns:p14="http://schemas.microsoft.com/office/powerpoint/2010/main" val="21557081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4" name="Object 3" hidden="1">
                        <a:extLst>
                          <a:ext uri="{FF2B5EF4-FFF2-40B4-BE49-F238E27FC236}">
                            <a16:creationId xmlns:a16="http://schemas.microsoft.com/office/drawing/2014/main" id="{B16E9BC1-EA56-4FF4-B15F-4E8FF57114A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a:extLst>
              <a:ext uri="{FF2B5EF4-FFF2-40B4-BE49-F238E27FC236}">
                <a16:creationId xmlns:a16="http://schemas.microsoft.com/office/drawing/2014/main" id="{BEBA323C-F6B9-4D44-8129-CF95B49B321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0" name="Title 9">
            <a:extLst>
              <a:ext uri="{FF2B5EF4-FFF2-40B4-BE49-F238E27FC236}">
                <a16:creationId xmlns:a16="http://schemas.microsoft.com/office/drawing/2014/main" id="{F4D091EC-1DD8-F445-B37D-78ED3CA38527}"/>
              </a:ext>
            </a:extLst>
          </p:cNvPr>
          <p:cNvSpPr>
            <a:spLocks noGrp="1"/>
          </p:cNvSpPr>
          <p:nvPr>
            <p:ph type="title"/>
          </p:nvPr>
        </p:nvSpPr>
        <p:spPr>
          <a:xfrm>
            <a:off x="465137" y="1333501"/>
            <a:ext cx="4878388" cy="2149288"/>
          </a:xfrm>
        </p:spPr>
        <p:txBody>
          <a:bodyPr vert="horz" tIns="0" anchor="b" anchorCtr="0"/>
          <a:lstStyle>
            <a:lvl1pPr rtl="0">
              <a:defRPr sz="2400">
                <a:solidFill>
                  <a:schemeClr val="bg1"/>
                </a:solidFill>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16" name="Text Placeholder 15">
            <a:extLst>
              <a:ext uri="{FF2B5EF4-FFF2-40B4-BE49-F238E27FC236}">
                <a16:creationId xmlns:a16="http://schemas.microsoft.com/office/drawing/2014/main" id="{7524C169-5FC5-6642-8E23-CC3CE7800DAE}"/>
              </a:ext>
            </a:extLst>
          </p:cNvPr>
          <p:cNvSpPr>
            <a:spLocks noGrp="1"/>
          </p:cNvSpPr>
          <p:nvPr>
            <p:ph type="body" sz="quarter" idx="19"/>
          </p:nvPr>
        </p:nvSpPr>
        <p:spPr>
          <a:xfrm>
            <a:off x="465137" y="3512316"/>
            <a:ext cx="4878388" cy="565375"/>
          </a:xfrm>
          <a:prstGeom prst="rect">
            <a:avLst/>
          </a:prstGeom>
        </p:spPr>
        <p:txBody>
          <a:bodyPr lIns="0" bIns="0" anchor="t" anchorCtr="0"/>
          <a:lstStyle>
            <a:lvl1pPr marL="0" indent="0" rtl="0">
              <a:spcAft>
                <a:spcPts val="0"/>
              </a:spcAft>
              <a:buFontTx/>
              <a:buNone/>
              <a:defRPr sz="1800" b="0" i="0" cap="none" baseline="0">
                <a:solidFill>
                  <a:schemeClr val="bg1"/>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defRPr>
            </a:lvl1pPr>
            <a:lvl2pPr>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2pPr>
            <a:lvl3pPr marL="0" indent="0">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3pPr>
            <a:lvl4pPr marL="0" indent="0">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4pPr>
            <a:lvl5pPr marL="0" indent="0">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5pPr>
            <a:lvl6pPr marL="0" indent="0">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6pPr>
            <a:lvl7pPr marL="0" indent="0">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7pPr>
            <a:lvl8pPr marL="0" indent="0">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8pPr>
            <a:lvl9pPr marL="0" indent="0">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9pPr>
          </a:lstStyle>
          <a:p>
            <a:pPr lvl="0"/>
            <a:r>
              <a:rPr lang="en-GB"/>
              <a:t>Click to edit Master text styles</a:t>
            </a:r>
            <a:endParaRPr lang="en-GB" dirty="0"/>
          </a:p>
        </p:txBody>
      </p:sp>
      <p:pic>
        <p:nvPicPr>
          <p:cNvPr id="9" name="Picture 8" descr="Logo, icon&#10;&#10;Description automatically generated">
            <a:extLst>
              <a:ext uri="{FF2B5EF4-FFF2-40B4-BE49-F238E27FC236}">
                <a16:creationId xmlns:a16="http://schemas.microsoft.com/office/drawing/2014/main" id="{400E45A3-3860-1645-97AF-AD07F7FDDF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5138" y="473254"/>
            <a:ext cx="1096962" cy="303774"/>
          </a:xfrm>
          <a:prstGeom prst="rect">
            <a:avLst/>
          </a:prstGeom>
        </p:spPr>
      </p:pic>
      <p:sp>
        <p:nvSpPr>
          <p:cNvPr id="18" name="Picture Placeholder 17">
            <a:extLst>
              <a:ext uri="{FF2B5EF4-FFF2-40B4-BE49-F238E27FC236}">
                <a16:creationId xmlns:a16="http://schemas.microsoft.com/office/drawing/2014/main" id="{C91A344E-BB3B-0940-92F9-24938A8FCC45}"/>
              </a:ext>
            </a:extLst>
          </p:cNvPr>
          <p:cNvSpPr>
            <a:spLocks noGrp="1"/>
          </p:cNvSpPr>
          <p:nvPr>
            <p:ph type="pic" sz="quarter" idx="20" hasCustomPrompt="1"/>
          </p:nvPr>
        </p:nvSpPr>
        <p:spPr>
          <a:xfrm>
            <a:off x="2135188" y="355600"/>
            <a:ext cx="1422400" cy="530225"/>
          </a:xfrm>
          <a:prstGeom prst="rect">
            <a:avLst/>
          </a:prstGeom>
        </p:spPr>
        <p:txBody>
          <a:bodyPr/>
          <a:lstStyle>
            <a:lvl1pPr algn="ctr" rtl="0">
              <a:defRPr sz="800">
                <a:latin typeface="Arial" panose="020B0604020202020204" pitchFamily="34" charset="0"/>
                <a:cs typeface="Arial" panose="020B0604020202020204" pitchFamily="34" charset="0"/>
                <a:sym typeface="Arial" panose="020B0604020202020204" pitchFamily="34" charset="0"/>
              </a:defRPr>
            </a:lvl1pPr>
          </a:lstStyle>
          <a:p>
            <a:r>
              <a:rPr lang="en-GB"/>
              <a:t>Insert logo</a:t>
            </a:r>
            <a:endParaRPr lang="en-GB" dirty="0"/>
          </a:p>
        </p:txBody>
      </p:sp>
      <p:sp>
        <p:nvSpPr>
          <p:cNvPr id="24" name="Picture Placeholder 23">
            <a:extLst>
              <a:ext uri="{FF2B5EF4-FFF2-40B4-BE49-F238E27FC236}">
                <a16:creationId xmlns:a16="http://schemas.microsoft.com/office/drawing/2014/main" id="{11B6917C-C334-3141-9CCD-BC8CEB30EE92}"/>
              </a:ext>
            </a:extLst>
          </p:cNvPr>
          <p:cNvSpPr>
            <a:spLocks noGrp="1"/>
          </p:cNvSpPr>
          <p:nvPr>
            <p:ph type="pic" sz="quarter" idx="21"/>
          </p:nvPr>
        </p:nvSpPr>
        <p:spPr>
          <a:xfrm>
            <a:off x="6555601" y="1239838"/>
            <a:ext cx="5636095" cy="5617858"/>
          </a:xfrm>
          <a:custGeom>
            <a:avLst/>
            <a:gdLst>
              <a:gd name="connsiteX0" fmla="*/ 1936072 w 5636095"/>
              <a:gd name="connsiteY0" fmla="*/ 0 h 5617858"/>
              <a:gd name="connsiteX1" fmla="*/ 5636095 w 5636095"/>
              <a:gd name="connsiteY1" fmla="*/ 0 h 5617858"/>
              <a:gd name="connsiteX2" fmla="*/ 5636095 w 5636095"/>
              <a:gd name="connsiteY2" fmla="*/ 5617858 h 5617858"/>
              <a:gd name="connsiteX3" fmla="*/ 1936072 w 5636095"/>
              <a:gd name="connsiteY3" fmla="*/ 5617858 h 5617858"/>
              <a:gd name="connsiteX4" fmla="*/ 0 w 5636095"/>
              <a:gd name="connsiteY4" fmla="*/ 2809081 h 5617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6095" h="5617858">
                <a:moveTo>
                  <a:pt x="1936072" y="0"/>
                </a:moveTo>
                <a:lnTo>
                  <a:pt x="5636095" y="0"/>
                </a:lnTo>
                <a:lnTo>
                  <a:pt x="5636095" y="5617858"/>
                </a:lnTo>
                <a:lnTo>
                  <a:pt x="1936072" y="5617858"/>
                </a:lnTo>
                <a:lnTo>
                  <a:pt x="0" y="2809081"/>
                </a:lnTo>
                <a:close/>
              </a:path>
            </a:pathLst>
          </a:custGeom>
          <a:solidFill>
            <a:schemeClr val="bg1">
              <a:lumMod val="75000"/>
            </a:schemeClr>
          </a:solidFill>
        </p:spPr>
        <p:txBody>
          <a:bodyPr wrap="square" tIns="2103120">
            <a:noAutofit/>
          </a:bodyPr>
          <a:lstStyle>
            <a:lvl1pPr algn="ctr" rtl="0">
              <a:defRPr>
                <a:latin typeface="Arial" panose="020B0604020202020204" pitchFamily="34" charset="0"/>
                <a:cs typeface="Arial" panose="020B0604020202020204" pitchFamily="34" charset="0"/>
                <a:sym typeface="Arial" panose="020B0604020202020204" pitchFamily="34" charset="0"/>
              </a:defRPr>
            </a:lvl1pPr>
          </a:lstStyle>
          <a:p>
            <a:r>
              <a:rPr lang="en-GB"/>
              <a:t>Click icon to add picture</a:t>
            </a:r>
            <a:endParaRPr lang="en-GB" dirty="0"/>
          </a:p>
        </p:txBody>
      </p:sp>
      <p:sp>
        <p:nvSpPr>
          <p:cNvPr id="11" name="TextBox 10">
            <a:extLst>
              <a:ext uri="{FF2B5EF4-FFF2-40B4-BE49-F238E27FC236}">
                <a16:creationId xmlns:a16="http://schemas.microsoft.com/office/drawing/2014/main" id="{75D6A7E8-704B-45B4-8183-71E69CFDADB9}"/>
              </a:ext>
            </a:extLst>
          </p:cNvPr>
          <p:cNvSpPr txBox="1"/>
          <p:nvPr/>
        </p:nvSpPr>
        <p:spPr>
          <a:xfrm>
            <a:off x="465139" y="5715000"/>
            <a:ext cx="3820534" cy="828675"/>
          </a:xfrm>
          <a:prstGeom prst="rect">
            <a:avLst/>
          </a:prstGeom>
          <a:noFill/>
        </p:spPr>
        <p:txBody>
          <a:bodyPr wrap="square" lIns="0" tIns="0" rIns="0" bIns="0" rtlCol="0" anchor="b" anchorCtr="0">
            <a:noAutofit/>
          </a:bodyPr>
          <a:lstStyle/>
          <a:p>
            <a:pPr marL="0" marR="0" lvl="2" indent="0" algn="l" defTabSz="457200" rtl="0" eaLnBrk="1" fontAlgn="auto" latinLnBrk="0" hangingPunct="1">
              <a:lnSpc>
                <a:spcPct val="100000"/>
              </a:lnSpc>
              <a:spcBef>
                <a:spcPts val="0"/>
              </a:spcBef>
              <a:spcAft>
                <a:spcPts val="0"/>
              </a:spcAft>
              <a:buClrTx/>
              <a:buSzTx/>
              <a:buFontTx/>
              <a:buNone/>
              <a:tabLst/>
              <a:defRPr/>
            </a:pPr>
            <a:r>
              <a:rPr lang="en-GB" sz="800" kern="1200">
                <a:solidFill>
                  <a:schemeClr val="accent3"/>
                </a:solidFill>
                <a:effectLst/>
                <a:latin typeface="Arial" panose="020B0604020202020204" pitchFamily="34" charset="0"/>
                <a:ea typeface="+mn-ea"/>
                <a:cs typeface="Arial" panose="020B0604020202020204" pitchFamily="34" charset="0"/>
                <a:sym typeface="Arial" panose="020B0604020202020204" pitchFamily="34" charset="0"/>
              </a:rPr>
              <a:t>These materials are intended to supplement a discussion with L.E.K. Consulting. These perspectives will, therefore, only be meaningful to those in attendance.      The contents of the materials are confidential and subject to obligations of non-disclosure. Your attention is drawn to the full disclaimer contained in this document.</a:t>
            </a:r>
            <a:endParaRPr lang="en-GB" sz="800" kern="1200" dirty="0">
              <a:solidFill>
                <a:schemeClr val="accent3"/>
              </a:solidFill>
              <a:effectLst/>
              <a:latin typeface="Arial" panose="020B0604020202020204" pitchFamily="34" charset="0"/>
              <a:ea typeface="+mn-ea"/>
              <a:cs typeface="Arial" panose="020B0604020202020204" pitchFamily="34" charset="0"/>
              <a:sym typeface="Arial" panose="020B0604020202020204" pitchFamily="34" charset="0"/>
            </a:endParaRPr>
          </a:p>
        </p:txBody>
      </p:sp>
      <p:sp>
        <p:nvSpPr>
          <p:cNvPr id="3" name="Text Placeholder 2">
            <a:extLst>
              <a:ext uri="{FF2B5EF4-FFF2-40B4-BE49-F238E27FC236}">
                <a16:creationId xmlns:a16="http://schemas.microsoft.com/office/drawing/2014/main" id="{D414A41F-7004-4734-BDCA-F4DB53C8C31F}"/>
              </a:ext>
            </a:extLst>
          </p:cNvPr>
          <p:cNvSpPr>
            <a:spLocks noGrp="1"/>
          </p:cNvSpPr>
          <p:nvPr>
            <p:ph type="body" sz="quarter" idx="22" hasCustomPrompt="1"/>
          </p:nvPr>
        </p:nvSpPr>
        <p:spPr>
          <a:xfrm>
            <a:off x="465137" y="4078288"/>
            <a:ext cx="4878387" cy="339725"/>
          </a:xfrm>
        </p:spPr>
        <p:txBody>
          <a:bodyPr lIns="0" anchor="ctr"/>
          <a:lstStyle>
            <a:lvl1pPr marL="0" indent="0" rtl="0">
              <a:buNone/>
              <a:defRPr sz="1400">
                <a:solidFill>
                  <a:schemeClr val="bg1"/>
                </a:solidFill>
                <a:latin typeface="Arial" panose="020B0604020202020204" pitchFamily="34" charset="0"/>
                <a:cs typeface="Arial" panose="020B0604020202020204" pitchFamily="34" charset="0"/>
                <a:sym typeface="Arial" panose="020B0604020202020204" pitchFamily="34" charset="0"/>
              </a:defRPr>
            </a:lvl1pPr>
            <a:lvl2pPr marL="171450" indent="0">
              <a:buNone/>
              <a:defRPr>
                <a:solidFill>
                  <a:schemeClr val="bg1"/>
                </a:solidFill>
              </a:defRPr>
            </a:lvl2pPr>
            <a:lvl3pPr marL="344488" indent="0">
              <a:buNone/>
              <a:defRPr>
                <a:solidFill>
                  <a:schemeClr val="bg1"/>
                </a:solidFill>
              </a:defRPr>
            </a:lvl3pPr>
            <a:lvl4pPr marL="461963" indent="0">
              <a:buNone/>
              <a:defRPr>
                <a:solidFill>
                  <a:schemeClr val="bg1"/>
                </a:solidFill>
              </a:defRPr>
            </a:lvl4pPr>
            <a:lvl5pPr marL="515937" indent="0">
              <a:buNone/>
              <a:defRPr>
                <a:solidFill>
                  <a:schemeClr val="bg1"/>
                </a:solidFill>
              </a:defRPr>
            </a:lvl5pPr>
          </a:lstStyle>
          <a:p>
            <a:pPr lvl="0"/>
            <a:r>
              <a:rPr lang="en-GB"/>
              <a:t>Date</a:t>
            </a:r>
            <a:endParaRPr lang="en-GB" dirty="0"/>
          </a:p>
        </p:txBody>
      </p:sp>
    </p:spTree>
    <p:extLst>
      <p:ext uri="{BB962C8B-B14F-4D97-AF65-F5344CB8AC3E}">
        <p14:creationId xmlns:p14="http://schemas.microsoft.com/office/powerpoint/2010/main" val="81698777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4 - LEK/ no pic">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7B07675-6D03-41D3-BA9F-4E4338CB227C}"/>
              </a:ext>
            </a:extLst>
          </p:cNvPr>
          <p:cNvGraphicFramePr>
            <a:graphicFrameLocks noChangeAspect="1"/>
          </p:cNvGraphicFramePr>
          <p:nvPr userDrawn="1">
            <p:custDataLst>
              <p:tags r:id="rId1"/>
            </p:custDataLst>
            <p:extLst>
              <p:ext uri="{D42A27DB-BD31-4B8C-83A1-F6EECF244321}">
                <p14:modId xmlns:p14="http://schemas.microsoft.com/office/powerpoint/2010/main" val="14880197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3" name="Object 2" hidden="1">
                        <a:extLst>
                          <a:ext uri="{FF2B5EF4-FFF2-40B4-BE49-F238E27FC236}">
                            <a16:creationId xmlns:a16="http://schemas.microsoft.com/office/drawing/2014/main" id="{B7B07675-6D03-41D3-BA9F-4E4338CB22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a:extLst>
              <a:ext uri="{FF2B5EF4-FFF2-40B4-BE49-F238E27FC236}">
                <a16:creationId xmlns:a16="http://schemas.microsoft.com/office/drawing/2014/main" id="{BEBA323C-F6B9-4D44-8129-CF95B49B321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2" name="Freeform 11">
            <a:extLst>
              <a:ext uri="{FF2B5EF4-FFF2-40B4-BE49-F238E27FC236}">
                <a16:creationId xmlns:a16="http://schemas.microsoft.com/office/drawing/2014/main" id="{B02CA532-C738-DC45-B8FC-C53F4241B197}"/>
              </a:ext>
            </a:extLst>
          </p:cNvPr>
          <p:cNvSpPr/>
          <p:nvPr/>
        </p:nvSpPr>
        <p:spPr bwMode="auto">
          <a:xfrm>
            <a:off x="6555602" y="1239838"/>
            <a:ext cx="5636095" cy="5617858"/>
          </a:xfrm>
          <a:custGeom>
            <a:avLst/>
            <a:gdLst>
              <a:gd name="connsiteX0" fmla="*/ 1936072 w 5636095"/>
              <a:gd name="connsiteY0" fmla="*/ 0 h 5617858"/>
              <a:gd name="connsiteX1" fmla="*/ 5636095 w 5636095"/>
              <a:gd name="connsiteY1" fmla="*/ 0 h 5617858"/>
              <a:gd name="connsiteX2" fmla="*/ 5636095 w 5636095"/>
              <a:gd name="connsiteY2" fmla="*/ 5617858 h 5617858"/>
              <a:gd name="connsiteX3" fmla="*/ 1936072 w 5636095"/>
              <a:gd name="connsiteY3" fmla="*/ 5617858 h 5617858"/>
              <a:gd name="connsiteX4" fmla="*/ 0 w 5636095"/>
              <a:gd name="connsiteY4" fmla="*/ 2809081 h 5617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6095" h="5617858">
                <a:moveTo>
                  <a:pt x="1936072" y="0"/>
                </a:moveTo>
                <a:lnTo>
                  <a:pt x="5636095" y="0"/>
                </a:lnTo>
                <a:lnTo>
                  <a:pt x="5636095" y="5617858"/>
                </a:lnTo>
                <a:lnTo>
                  <a:pt x="1936072" y="5617858"/>
                </a:lnTo>
                <a:lnTo>
                  <a:pt x="0" y="2809081"/>
                </a:lnTo>
                <a:close/>
              </a:path>
            </a:pathLst>
          </a:custGeom>
          <a:solidFill>
            <a:srgbClr val="00B85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rtl="0"/>
            <a:endParaRPr lang="en-GB" sz="1200" dirty="0">
              <a:solidFill>
                <a:schemeClr val="bg1"/>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endParaRPr>
          </a:p>
        </p:txBody>
      </p:sp>
      <p:sp>
        <p:nvSpPr>
          <p:cNvPr id="10" name="Title 9">
            <a:extLst>
              <a:ext uri="{FF2B5EF4-FFF2-40B4-BE49-F238E27FC236}">
                <a16:creationId xmlns:a16="http://schemas.microsoft.com/office/drawing/2014/main" id="{F4D091EC-1DD8-F445-B37D-78ED3CA38527}"/>
              </a:ext>
            </a:extLst>
          </p:cNvPr>
          <p:cNvSpPr>
            <a:spLocks noGrp="1"/>
          </p:cNvSpPr>
          <p:nvPr>
            <p:ph type="title"/>
          </p:nvPr>
        </p:nvSpPr>
        <p:spPr>
          <a:xfrm>
            <a:off x="465137" y="1333501"/>
            <a:ext cx="4878388" cy="2149288"/>
          </a:xfrm>
        </p:spPr>
        <p:txBody>
          <a:bodyPr vert="horz" tIns="0" anchor="b" anchorCtr="0"/>
          <a:lstStyle>
            <a:lvl1pPr rtl="0">
              <a:defRPr sz="2400">
                <a:solidFill>
                  <a:schemeClr val="bg1"/>
                </a:solidFill>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16" name="Text Placeholder 15">
            <a:extLst>
              <a:ext uri="{FF2B5EF4-FFF2-40B4-BE49-F238E27FC236}">
                <a16:creationId xmlns:a16="http://schemas.microsoft.com/office/drawing/2014/main" id="{7524C169-5FC5-6642-8E23-CC3CE7800DAE}"/>
              </a:ext>
            </a:extLst>
          </p:cNvPr>
          <p:cNvSpPr>
            <a:spLocks noGrp="1"/>
          </p:cNvSpPr>
          <p:nvPr>
            <p:ph type="body" sz="quarter" idx="19"/>
          </p:nvPr>
        </p:nvSpPr>
        <p:spPr>
          <a:xfrm>
            <a:off x="465137" y="3512316"/>
            <a:ext cx="4878388" cy="565375"/>
          </a:xfrm>
          <a:prstGeom prst="rect">
            <a:avLst/>
          </a:prstGeom>
        </p:spPr>
        <p:txBody>
          <a:bodyPr lIns="0" bIns="0" anchor="t" anchorCtr="0"/>
          <a:lstStyle>
            <a:lvl1pPr rtl="0">
              <a:spcAft>
                <a:spcPts val="0"/>
              </a:spcAft>
              <a:buFontTx/>
              <a:buNone/>
              <a:defRPr sz="1800" b="0" i="0" cap="none" baseline="0">
                <a:solidFill>
                  <a:schemeClr val="bg1"/>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defRPr>
            </a:lvl1pPr>
            <a:lvl2pPr>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2pPr>
            <a:lvl3pPr marL="0" indent="0">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3pPr>
            <a:lvl4pPr marL="0" indent="0">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4pPr>
            <a:lvl5pPr marL="0" indent="0">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5pPr>
            <a:lvl6pPr marL="0" indent="0">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6pPr>
            <a:lvl7pPr marL="0" indent="0">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7pPr>
            <a:lvl8pPr marL="0" indent="0">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8pPr>
            <a:lvl9pPr marL="0" indent="0">
              <a:spcAft>
                <a:spcPts val="0"/>
              </a:spcAft>
              <a:buFontTx/>
              <a:buNone/>
              <a:defRPr sz="1800" b="0" i="0" cap="none" baseline="0">
                <a:solidFill>
                  <a:schemeClr val="bg1"/>
                </a:solidFill>
                <a:latin typeface="+mn-lt"/>
                <a:ea typeface="Verdana" panose="020B0604030504040204" pitchFamily="34" charset="0"/>
                <a:cs typeface="Verdana" panose="020B0604030504040204" pitchFamily="34" charset="0"/>
              </a:defRPr>
            </a:lvl9pPr>
          </a:lstStyle>
          <a:p>
            <a:pPr lvl="0"/>
            <a:r>
              <a:rPr lang="en-GB"/>
              <a:t>Click to edit Master text styles</a:t>
            </a:r>
            <a:endParaRPr lang="en-GB" dirty="0"/>
          </a:p>
        </p:txBody>
      </p:sp>
      <p:sp>
        <p:nvSpPr>
          <p:cNvPr id="7" name="TextBox 6">
            <a:extLst>
              <a:ext uri="{FF2B5EF4-FFF2-40B4-BE49-F238E27FC236}">
                <a16:creationId xmlns:a16="http://schemas.microsoft.com/office/drawing/2014/main" id="{86AC1FFC-0C81-5F4F-BFDC-5B191BF4F302}"/>
              </a:ext>
            </a:extLst>
          </p:cNvPr>
          <p:cNvSpPr txBox="1"/>
          <p:nvPr/>
        </p:nvSpPr>
        <p:spPr>
          <a:xfrm>
            <a:off x="465139" y="5715000"/>
            <a:ext cx="3820534" cy="828675"/>
          </a:xfrm>
          <a:prstGeom prst="rect">
            <a:avLst/>
          </a:prstGeom>
          <a:noFill/>
        </p:spPr>
        <p:txBody>
          <a:bodyPr wrap="square" lIns="0" tIns="0" rIns="0" bIns="0" rtlCol="0" anchor="b" anchorCtr="0">
            <a:noAutofit/>
          </a:bodyPr>
          <a:lstStyle/>
          <a:p>
            <a:pPr marL="0" marR="0" lvl="2" indent="0" algn="l" defTabSz="457200" rtl="0" eaLnBrk="1" fontAlgn="auto" latinLnBrk="0" hangingPunct="1">
              <a:lnSpc>
                <a:spcPct val="100000"/>
              </a:lnSpc>
              <a:spcBef>
                <a:spcPts val="0"/>
              </a:spcBef>
              <a:spcAft>
                <a:spcPts val="0"/>
              </a:spcAft>
              <a:buClrTx/>
              <a:buSzTx/>
              <a:buFontTx/>
              <a:buNone/>
              <a:tabLst/>
              <a:defRPr/>
            </a:pPr>
            <a:r>
              <a:rPr lang="en-GB" sz="800" kern="1200">
                <a:solidFill>
                  <a:schemeClr val="accent3"/>
                </a:solidFill>
                <a:effectLst/>
                <a:latin typeface="Arial" panose="020B0604020202020204" pitchFamily="34" charset="0"/>
                <a:ea typeface="+mn-ea"/>
                <a:cs typeface="Arial" panose="020B0604020202020204" pitchFamily="34" charset="0"/>
                <a:sym typeface="Arial" panose="020B0604020202020204" pitchFamily="34" charset="0"/>
              </a:rPr>
              <a:t>These materials are intended to supplement a discussion with L.E.K. Consulting. These perspectives will, therefore, only be meaningful to those in attendance.      The contents of the materials are confidential and subject to obligations of non-disclosure. Your attention is drawn to the full disclaimer contained in this document.</a:t>
            </a:r>
            <a:endParaRPr lang="en-GB" sz="800" kern="1200" dirty="0">
              <a:solidFill>
                <a:schemeClr val="accent3"/>
              </a:solidFill>
              <a:effectLst/>
              <a:latin typeface="Arial" panose="020B0604020202020204" pitchFamily="34" charset="0"/>
              <a:ea typeface="+mn-ea"/>
              <a:cs typeface="Arial" panose="020B0604020202020204" pitchFamily="34" charset="0"/>
              <a:sym typeface="Arial" panose="020B0604020202020204" pitchFamily="34" charset="0"/>
            </a:endParaRPr>
          </a:p>
        </p:txBody>
      </p:sp>
      <p:pic>
        <p:nvPicPr>
          <p:cNvPr id="9" name="Picture 8" descr="Logo, icon&#10;&#10;Description automatically generated">
            <a:extLst>
              <a:ext uri="{FF2B5EF4-FFF2-40B4-BE49-F238E27FC236}">
                <a16:creationId xmlns:a16="http://schemas.microsoft.com/office/drawing/2014/main" id="{400E45A3-3860-1645-97AF-AD07F7FDDF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5138" y="473254"/>
            <a:ext cx="1096962" cy="303774"/>
          </a:xfrm>
          <a:prstGeom prst="rect">
            <a:avLst/>
          </a:prstGeom>
        </p:spPr>
      </p:pic>
      <p:sp>
        <p:nvSpPr>
          <p:cNvPr id="11" name="Text Placeholder 2">
            <a:extLst>
              <a:ext uri="{FF2B5EF4-FFF2-40B4-BE49-F238E27FC236}">
                <a16:creationId xmlns:a16="http://schemas.microsoft.com/office/drawing/2014/main" id="{91F94FF4-0AD9-42D6-A287-0F4C58320D34}"/>
              </a:ext>
            </a:extLst>
          </p:cNvPr>
          <p:cNvSpPr>
            <a:spLocks noGrp="1"/>
          </p:cNvSpPr>
          <p:nvPr>
            <p:ph type="body" sz="quarter" idx="22" hasCustomPrompt="1"/>
          </p:nvPr>
        </p:nvSpPr>
        <p:spPr>
          <a:xfrm>
            <a:off x="465137" y="4078288"/>
            <a:ext cx="4878387" cy="339725"/>
          </a:xfrm>
        </p:spPr>
        <p:txBody>
          <a:bodyPr lIns="0" anchor="ctr"/>
          <a:lstStyle>
            <a:lvl1pPr marL="0" indent="0" rtl="0">
              <a:buNone/>
              <a:defRPr sz="1400">
                <a:solidFill>
                  <a:schemeClr val="bg1"/>
                </a:solidFill>
                <a:latin typeface="Arial" panose="020B0604020202020204" pitchFamily="34" charset="0"/>
                <a:cs typeface="Arial" panose="020B0604020202020204" pitchFamily="34" charset="0"/>
                <a:sym typeface="Arial" panose="020B0604020202020204" pitchFamily="34" charset="0"/>
              </a:defRPr>
            </a:lvl1pPr>
            <a:lvl2pPr marL="171450" indent="0">
              <a:buNone/>
              <a:defRPr>
                <a:solidFill>
                  <a:schemeClr val="bg1"/>
                </a:solidFill>
              </a:defRPr>
            </a:lvl2pPr>
            <a:lvl3pPr marL="344488" indent="0">
              <a:buNone/>
              <a:defRPr>
                <a:solidFill>
                  <a:schemeClr val="bg1"/>
                </a:solidFill>
              </a:defRPr>
            </a:lvl3pPr>
            <a:lvl4pPr marL="461963" indent="0">
              <a:buNone/>
              <a:defRPr>
                <a:solidFill>
                  <a:schemeClr val="bg1"/>
                </a:solidFill>
              </a:defRPr>
            </a:lvl4pPr>
            <a:lvl5pPr marL="515937" indent="0">
              <a:buNone/>
              <a:defRPr>
                <a:solidFill>
                  <a:schemeClr val="bg1"/>
                </a:solidFill>
              </a:defRPr>
            </a:lvl5pPr>
          </a:lstStyle>
          <a:p>
            <a:pPr lvl="0"/>
            <a:r>
              <a:rPr lang="en-GB"/>
              <a:t>Date</a:t>
            </a:r>
            <a:endParaRPr lang="en-GB" dirty="0"/>
          </a:p>
        </p:txBody>
      </p:sp>
      <p:sp>
        <p:nvSpPr>
          <p:cNvPr id="13" name="Text Placeholder 2">
            <a:extLst>
              <a:ext uri="{FF2B5EF4-FFF2-40B4-BE49-F238E27FC236}">
                <a16:creationId xmlns:a16="http://schemas.microsoft.com/office/drawing/2014/main" id="{E9B611AD-20AE-443B-9D88-3F804DC3E2F6}"/>
              </a:ext>
            </a:extLst>
          </p:cNvPr>
          <p:cNvSpPr>
            <a:spLocks noGrp="1"/>
          </p:cNvSpPr>
          <p:nvPr>
            <p:ph type="body" sz="quarter" idx="24"/>
          </p:nvPr>
        </p:nvSpPr>
        <p:spPr>
          <a:xfrm>
            <a:off x="9475200" y="3587163"/>
            <a:ext cx="2422800" cy="1270800"/>
          </a:xfrm>
        </p:spPr>
        <p:txBody>
          <a:bodyPr lIns="0" tIns="0" rIns="0" bIns="0"/>
          <a:lstStyle>
            <a:lvl1pPr marL="0" indent="0" algn="r" rtl="0">
              <a:spcBef>
                <a:spcPts val="600"/>
              </a:spcBef>
              <a:spcAft>
                <a:spcPts val="0"/>
              </a:spcAft>
              <a:buNone/>
              <a:defRPr sz="1200" b="1">
                <a:solidFill>
                  <a:schemeClr val="bg1"/>
                </a:solidFill>
                <a:latin typeface="Arial" panose="020B0604020202020204" pitchFamily="34" charset="0"/>
                <a:cs typeface="Arial" panose="020B0604020202020204" pitchFamily="34" charset="0"/>
                <a:sym typeface="Arial" panose="020B0604020202020204" pitchFamily="34" charset="0"/>
              </a:defRPr>
            </a:lvl1pPr>
            <a:lvl2pPr marL="0" indent="0" algn="r" rtl="0">
              <a:spcBef>
                <a:spcPts val="600"/>
              </a:spcBef>
              <a:spcAft>
                <a:spcPts val="0"/>
              </a:spcAft>
              <a:buNone/>
              <a:defRPr sz="1000">
                <a:solidFill>
                  <a:schemeClr val="bg1"/>
                </a:solidFill>
                <a:latin typeface="Arial" panose="020B0604020202020204" pitchFamily="34" charset="0"/>
                <a:cs typeface="Arial" panose="020B0604020202020204" pitchFamily="34" charset="0"/>
                <a:sym typeface="Arial" panose="020B0604020202020204" pitchFamily="34" charset="0"/>
              </a:defRPr>
            </a:lvl2pPr>
            <a:lvl3pPr marL="0" indent="0" algn="r" rtl="0">
              <a:buNone/>
              <a:defRPr sz="800">
                <a:solidFill>
                  <a:schemeClr val="bg1"/>
                </a:solidFill>
                <a:latin typeface="Arial" panose="020B0604020202020204" pitchFamily="34" charset="0"/>
                <a:cs typeface="Arial" panose="020B0604020202020204" pitchFamily="34" charset="0"/>
                <a:sym typeface="Arial" panose="020B0604020202020204" pitchFamily="34" charset="0"/>
              </a:defRPr>
            </a:lvl3pPr>
          </a:lstStyle>
          <a:p>
            <a:pPr lvl="0"/>
            <a:r>
              <a:rPr lang="en-GB"/>
              <a:t>Click to edit Master text styles</a:t>
            </a:r>
          </a:p>
          <a:p>
            <a:pPr lvl="1"/>
            <a:r>
              <a:rPr lang="en-GB"/>
              <a:t>Second level</a:t>
            </a:r>
          </a:p>
          <a:p>
            <a:pPr lvl="2"/>
            <a:r>
              <a:rPr lang="en-GB"/>
              <a:t>Third level</a:t>
            </a:r>
            <a:endParaRPr lang="en-GB" dirty="0"/>
          </a:p>
        </p:txBody>
      </p:sp>
      <p:sp>
        <p:nvSpPr>
          <p:cNvPr id="15" name="Text Placeholder 2">
            <a:extLst>
              <a:ext uri="{FF2B5EF4-FFF2-40B4-BE49-F238E27FC236}">
                <a16:creationId xmlns:a16="http://schemas.microsoft.com/office/drawing/2014/main" id="{85C66182-75EE-47F7-996A-196579C4CA36}"/>
              </a:ext>
            </a:extLst>
          </p:cNvPr>
          <p:cNvSpPr>
            <a:spLocks noGrp="1"/>
          </p:cNvSpPr>
          <p:nvPr>
            <p:ph type="body" sz="quarter" idx="25"/>
          </p:nvPr>
        </p:nvSpPr>
        <p:spPr>
          <a:xfrm>
            <a:off x="6948000" y="3587163"/>
            <a:ext cx="2422800" cy="1270800"/>
          </a:xfrm>
        </p:spPr>
        <p:txBody>
          <a:bodyPr lIns="0" tIns="0" rIns="0" bIns="0"/>
          <a:lstStyle>
            <a:lvl1pPr marL="0" indent="0" algn="r" rtl="0">
              <a:spcBef>
                <a:spcPts val="600"/>
              </a:spcBef>
              <a:spcAft>
                <a:spcPts val="0"/>
              </a:spcAft>
              <a:buNone/>
              <a:defRPr sz="1200" b="1">
                <a:solidFill>
                  <a:schemeClr val="bg1"/>
                </a:solidFill>
                <a:latin typeface="Arial" panose="020B0604020202020204" pitchFamily="34" charset="0"/>
                <a:cs typeface="Arial" panose="020B0604020202020204" pitchFamily="34" charset="0"/>
                <a:sym typeface="Arial" panose="020B0604020202020204" pitchFamily="34" charset="0"/>
              </a:defRPr>
            </a:lvl1pPr>
            <a:lvl2pPr marL="0" indent="0" algn="r" rtl="0">
              <a:spcBef>
                <a:spcPts val="600"/>
              </a:spcBef>
              <a:spcAft>
                <a:spcPts val="0"/>
              </a:spcAft>
              <a:buNone/>
              <a:defRPr sz="1000">
                <a:solidFill>
                  <a:schemeClr val="bg1"/>
                </a:solidFill>
                <a:latin typeface="Arial" panose="020B0604020202020204" pitchFamily="34" charset="0"/>
                <a:cs typeface="Arial" panose="020B0604020202020204" pitchFamily="34" charset="0"/>
                <a:sym typeface="Arial" panose="020B0604020202020204" pitchFamily="34" charset="0"/>
              </a:defRPr>
            </a:lvl2pPr>
            <a:lvl3pPr marL="0" indent="0" algn="r" rtl="0">
              <a:buNone/>
              <a:defRPr sz="800">
                <a:solidFill>
                  <a:schemeClr val="bg1"/>
                </a:solidFill>
                <a:latin typeface="Arial" panose="020B0604020202020204" pitchFamily="34" charset="0"/>
                <a:cs typeface="Arial" panose="020B0604020202020204" pitchFamily="34" charset="0"/>
                <a:sym typeface="Arial" panose="020B0604020202020204" pitchFamily="34" charset="0"/>
              </a:defRPr>
            </a:lvl3pPr>
          </a:lstStyle>
          <a:p>
            <a:pPr lvl="0"/>
            <a:r>
              <a:rPr lang="en-GB"/>
              <a:t>Click to edit Master text styles</a:t>
            </a:r>
          </a:p>
          <a:p>
            <a:pPr lvl="1"/>
            <a:r>
              <a:rPr lang="en-GB"/>
              <a:t>Second level</a:t>
            </a:r>
          </a:p>
          <a:p>
            <a:pPr lvl="2"/>
            <a:r>
              <a:rPr lang="en-GB"/>
              <a:t>Third level</a:t>
            </a:r>
            <a:endParaRPr lang="en-GB" dirty="0"/>
          </a:p>
        </p:txBody>
      </p:sp>
      <p:sp>
        <p:nvSpPr>
          <p:cNvPr id="17" name="TextBox 16">
            <a:extLst>
              <a:ext uri="{FF2B5EF4-FFF2-40B4-BE49-F238E27FC236}">
                <a16:creationId xmlns:a16="http://schemas.microsoft.com/office/drawing/2014/main" id="{66A19DFC-16DC-41DE-B3A4-E106E45D7C25}"/>
              </a:ext>
            </a:extLst>
          </p:cNvPr>
          <p:cNvSpPr txBox="1"/>
          <p:nvPr userDrawn="1"/>
        </p:nvSpPr>
        <p:spPr>
          <a:xfrm>
            <a:off x="10287527" y="6372493"/>
            <a:ext cx="1611599" cy="265176"/>
          </a:xfrm>
          <a:prstGeom prst="rect">
            <a:avLst/>
          </a:prstGeom>
          <a:noFill/>
        </p:spPr>
        <p:txBody>
          <a:bodyPr wrap="square" lIns="0" tIns="0" rIns="0" bIns="0" rtlCol="0">
            <a:normAutofit/>
          </a:bodyPr>
          <a:lstStyle/>
          <a:p>
            <a:pPr marL="0" indent="0" algn="r" rtl="0">
              <a:spcAft>
                <a:spcPts val="600"/>
              </a:spcAft>
            </a:pPr>
            <a:r>
              <a:rPr lang="en-GB" sz="1400" b="1" i="0" dirty="0">
                <a:solidFill>
                  <a:schemeClr val="bg1"/>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rPr>
              <a:t>lek.com</a:t>
            </a:r>
          </a:p>
        </p:txBody>
      </p:sp>
      <p:sp>
        <p:nvSpPr>
          <p:cNvPr id="18" name="Picture Placeholder 17">
            <a:extLst>
              <a:ext uri="{FF2B5EF4-FFF2-40B4-BE49-F238E27FC236}">
                <a16:creationId xmlns:a16="http://schemas.microsoft.com/office/drawing/2014/main" id="{4FF71489-812F-4E41-A903-E096D067AAA2}"/>
              </a:ext>
            </a:extLst>
          </p:cNvPr>
          <p:cNvSpPr>
            <a:spLocks noGrp="1"/>
          </p:cNvSpPr>
          <p:nvPr>
            <p:ph type="pic" sz="quarter" idx="20" hasCustomPrompt="1"/>
          </p:nvPr>
        </p:nvSpPr>
        <p:spPr>
          <a:xfrm>
            <a:off x="2135188" y="355600"/>
            <a:ext cx="1422400" cy="530225"/>
          </a:xfrm>
          <a:prstGeom prst="rect">
            <a:avLst/>
          </a:prstGeom>
        </p:spPr>
        <p:txBody>
          <a:bodyPr/>
          <a:lstStyle>
            <a:lvl1pPr algn="ctr" rtl="0">
              <a:defRPr sz="800">
                <a:latin typeface="Arial" panose="020B0604020202020204" pitchFamily="34" charset="0"/>
                <a:cs typeface="Arial" panose="020B0604020202020204" pitchFamily="34" charset="0"/>
                <a:sym typeface="Arial" panose="020B0604020202020204" pitchFamily="34" charset="0"/>
              </a:defRPr>
            </a:lvl1pPr>
          </a:lstStyle>
          <a:p>
            <a:r>
              <a:rPr lang="en-GB"/>
              <a:t>Insert logo</a:t>
            </a:r>
            <a:endParaRPr lang="en-GB" dirty="0"/>
          </a:p>
        </p:txBody>
      </p:sp>
    </p:spTree>
    <p:extLst>
      <p:ext uri="{BB962C8B-B14F-4D97-AF65-F5344CB8AC3E}">
        <p14:creationId xmlns:p14="http://schemas.microsoft.com/office/powerpoint/2010/main" val="217018337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D7030D3-0EE3-4157-A87A-8FE3CF6CB3BF}"/>
              </a:ext>
            </a:extLst>
          </p:cNvPr>
          <p:cNvGraphicFramePr>
            <a:graphicFrameLocks noChangeAspect="1"/>
          </p:cNvGraphicFramePr>
          <p:nvPr userDrawn="1">
            <p:custDataLst>
              <p:tags r:id="rId1"/>
            </p:custDataLst>
            <p:extLst>
              <p:ext uri="{D42A27DB-BD31-4B8C-83A1-F6EECF244321}">
                <p14:modId xmlns:p14="http://schemas.microsoft.com/office/powerpoint/2010/main" val="5680493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5" name="Object 4" hidden="1">
                        <a:extLst>
                          <a:ext uri="{FF2B5EF4-FFF2-40B4-BE49-F238E27FC236}">
                            <a16:creationId xmlns:a16="http://schemas.microsoft.com/office/drawing/2014/main" id="{1D7030D3-0EE3-4157-A87A-8FE3CF6CB3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560ED7FF-B301-DB49-88A6-4CD72677E44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6" name="Text Placeholder 5">
            <a:extLst>
              <a:ext uri="{FF2B5EF4-FFF2-40B4-BE49-F238E27FC236}">
                <a16:creationId xmlns:a16="http://schemas.microsoft.com/office/drawing/2014/main" id="{C583BCA9-B8C2-B646-BEBC-447CD7642938}"/>
              </a:ext>
            </a:extLst>
          </p:cNvPr>
          <p:cNvSpPr>
            <a:spLocks noGrp="1"/>
          </p:cNvSpPr>
          <p:nvPr>
            <p:ph type="body" sz="quarter" idx="20"/>
          </p:nvPr>
        </p:nvSpPr>
        <p:spPr>
          <a:xfrm>
            <a:off x="465138" y="1449388"/>
            <a:ext cx="6151562" cy="4516437"/>
          </a:xfrm>
          <a:prstGeom prst="rect">
            <a:avLst/>
          </a:prstGeom>
        </p:spPr>
        <p:txBody>
          <a:bodyPr tIns="0" bIns="0"/>
          <a:lstStyle>
            <a:lvl1pPr marL="266400" indent="-266400" rtl="0">
              <a:lnSpc>
                <a:spcPct val="100000"/>
              </a:lnSpc>
              <a:spcBef>
                <a:spcPts val="900"/>
              </a:spcBef>
              <a:spcAft>
                <a:spcPts val="600"/>
              </a:spcAft>
              <a:buClr>
                <a:srgbClr val="C4CECC"/>
              </a:buClr>
              <a:buFont typeface="Arial" panose="020B0604020202020204" pitchFamily="34" charset="0"/>
              <a:buChar char="•"/>
              <a:tabLst>
                <a:tab pos="584200" algn="l"/>
              </a:tabLst>
              <a:defRPr sz="1600" b="0" i="0">
                <a:solidFill>
                  <a:srgbClr val="C4CECC"/>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defRPr>
            </a:lvl1pPr>
            <a:lvl2pPr marL="266400" indent="-266400" rtl="0">
              <a:lnSpc>
                <a:spcPct val="100000"/>
              </a:lnSpc>
              <a:spcBef>
                <a:spcPts val="0"/>
              </a:spcBef>
              <a:spcAft>
                <a:spcPts val="600"/>
              </a:spcAft>
              <a:buClr>
                <a:srgbClr val="C4CECC"/>
              </a:buClr>
              <a:buFont typeface="Arial" panose="020B0604020202020204" pitchFamily="34" charset="0"/>
              <a:buChar char="•"/>
              <a:tabLst>
                <a:tab pos="584200" algn="l"/>
              </a:tabLst>
              <a:defRPr sz="1600" b="1" i="0">
                <a:solidFill>
                  <a:srgbClr val="C4CECC"/>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defRPr>
            </a:lvl2pPr>
            <a:lvl3pPr marL="630000" indent="-270000" rtl="0">
              <a:lnSpc>
                <a:spcPct val="100000"/>
              </a:lnSpc>
              <a:spcBef>
                <a:spcPts val="0"/>
              </a:spcBef>
              <a:spcAft>
                <a:spcPts val="600"/>
              </a:spcAft>
              <a:buClr>
                <a:srgbClr val="C4CECC"/>
              </a:buClr>
              <a:buFont typeface="Arial" panose="020B0604020202020204" pitchFamily="34" charset="0"/>
              <a:buChar char="‒"/>
              <a:tabLst>
                <a:tab pos="584200" algn="l"/>
              </a:tabLst>
              <a:defRPr sz="1600" b="0" i="0">
                <a:solidFill>
                  <a:srgbClr val="C4CECC"/>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defRPr>
            </a:lvl3pPr>
            <a:lvl4pPr marL="630000" indent="-270000" rtl="0">
              <a:lnSpc>
                <a:spcPct val="100000"/>
              </a:lnSpc>
              <a:spcBef>
                <a:spcPts val="0"/>
              </a:spcBef>
              <a:spcAft>
                <a:spcPts val="600"/>
              </a:spcAft>
              <a:buClr>
                <a:srgbClr val="C4CECC"/>
              </a:buClr>
              <a:buFont typeface="Arial" panose="020B0604020202020204" pitchFamily="34" charset="0"/>
              <a:buChar char="•"/>
              <a:tabLst>
                <a:tab pos="584200" algn="l"/>
              </a:tabLst>
              <a:defRPr sz="1600" b="0" i="0">
                <a:solidFill>
                  <a:srgbClr val="C4CECC"/>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defRPr>
            </a:lvl4pPr>
            <a:lvl5pPr marL="630000" indent="-270000" rtl="0">
              <a:lnSpc>
                <a:spcPct val="100000"/>
              </a:lnSpc>
              <a:spcBef>
                <a:spcPts val="0"/>
              </a:spcBef>
              <a:spcAft>
                <a:spcPts val="600"/>
              </a:spcAft>
              <a:buClr>
                <a:srgbClr val="C4CECC"/>
              </a:buClr>
              <a:buFont typeface="Arial" panose="020B0604020202020204" pitchFamily="34" charset="0"/>
              <a:buChar char="‒"/>
              <a:tabLst>
                <a:tab pos="584200" algn="l"/>
              </a:tabLst>
              <a:defRPr sz="1600" b="0" i="0">
                <a:solidFill>
                  <a:srgbClr val="C4CECC"/>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defRPr>
            </a:lvl5pPr>
            <a:lvl6pPr marL="285750" indent="-285750">
              <a:lnSpc>
                <a:spcPct val="200000"/>
              </a:lnSpc>
              <a:spcAft>
                <a:spcPts val="0"/>
              </a:spcAft>
              <a:buClr>
                <a:srgbClr val="C4CFC2"/>
              </a:buClr>
              <a:buFont typeface="Arial" panose="020B0604020202020204" pitchFamily="34" charset="0"/>
              <a:buChar char="•"/>
              <a:defRPr sz="1600" b="0" i="0">
                <a:solidFill>
                  <a:srgbClr val="C4CFC2"/>
                </a:solidFill>
                <a:latin typeface="+mn-lt"/>
                <a:ea typeface="Verdana" panose="020B0604030504040204" pitchFamily="34" charset="0"/>
                <a:cs typeface="Verdana" panose="020B0604030504040204" pitchFamily="34" charset="0"/>
              </a:defRPr>
            </a:lvl6pPr>
            <a:lvl7pPr marL="285750" indent="-285750">
              <a:lnSpc>
                <a:spcPct val="200000"/>
              </a:lnSpc>
              <a:spcAft>
                <a:spcPts val="0"/>
              </a:spcAft>
              <a:buClr>
                <a:srgbClr val="C4CFC2"/>
              </a:buClr>
              <a:buFont typeface="Arial" panose="020B0604020202020204" pitchFamily="34" charset="0"/>
              <a:buChar char="•"/>
              <a:defRPr sz="1600" b="0" i="0">
                <a:solidFill>
                  <a:srgbClr val="C4CFC2"/>
                </a:solidFill>
                <a:latin typeface="+mn-lt"/>
                <a:ea typeface="Verdana" panose="020B0604030504040204" pitchFamily="34" charset="0"/>
                <a:cs typeface="Verdana" panose="020B0604030504040204" pitchFamily="34" charset="0"/>
              </a:defRPr>
            </a:lvl7pPr>
            <a:lvl8pPr marL="285750" indent="-285750">
              <a:lnSpc>
                <a:spcPct val="200000"/>
              </a:lnSpc>
              <a:spcAft>
                <a:spcPts val="0"/>
              </a:spcAft>
              <a:buClr>
                <a:srgbClr val="C4CFC2"/>
              </a:buClr>
              <a:buFont typeface="Arial" panose="020B0604020202020204" pitchFamily="34" charset="0"/>
              <a:buChar char="•"/>
              <a:defRPr sz="1600" b="0" i="0">
                <a:solidFill>
                  <a:srgbClr val="C4CFC2"/>
                </a:solidFill>
                <a:latin typeface="+mn-lt"/>
                <a:ea typeface="Verdana" panose="020B0604030504040204" pitchFamily="34" charset="0"/>
                <a:cs typeface="Verdana" panose="020B0604030504040204" pitchFamily="34" charset="0"/>
              </a:defRPr>
            </a:lvl8pPr>
            <a:lvl9pPr marL="285750" indent="-285750">
              <a:lnSpc>
                <a:spcPct val="200000"/>
              </a:lnSpc>
              <a:spcAft>
                <a:spcPts val="0"/>
              </a:spcAft>
              <a:buClr>
                <a:srgbClr val="C4CFC2"/>
              </a:buClr>
              <a:buFont typeface="Arial" panose="020B0604020202020204" pitchFamily="34" charset="0"/>
              <a:buChar char="•"/>
              <a:defRPr sz="1600" b="0" i="0">
                <a:solidFill>
                  <a:srgbClr val="C4CFC2"/>
                </a:solidFill>
                <a:latin typeface="+mn-lt"/>
                <a:ea typeface="Verdana" panose="020B0604030504040204" pitchFamily="34" charset="0"/>
                <a:cs typeface="Verdana" panose="020B0604030504040204" pitchFamily="34" charset="0"/>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Title 7">
            <a:extLst>
              <a:ext uri="{FF2B5EF4-FFF2-40B4-BE49-F238E27FC236}">
                <a16:creationId xmlns:a16="http://schemas.microsoft.com/office/drawing/2014/main" id="{42B71718-3BAB-394A-AD33-F561BA13BA34}"/>
              </a:ext>
            </a:extLst>
          </p:cNvPr>
          <p:cNvSpPr>
            <a:spLocks noGrp="1"/>
          </p:cNvSpPr>
          <p:nvPr>
            <p:ph type="title"/>
          </p:nvPr>
        </p:nvSpPr>
        <p:spPr>
          <a:xfrm>
            <a:off x="465139" y="673330"/>
            <a:ext cx="6151562" cy="566507"/>
          </a:xfrm>
        </p:spPr>
        <p:txBody>
          <a:bodyPr vert="horz"/>
          <a:lstStyle>
            <a:lvl1pPr rtl="0">
              <a:defRPr>
                <a:solidFill>
                  <a:schemeClr val="bg1"/>
                </a:solidFill>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2" name="Rectangle 1">
            <a:extLst>
              <a:ext uri="{FF2B5EF4-FFF2-40B4-BE49-F238E27FC236}">
                <a16:creationId xmlns:a16="http://schemas.microsoft.com/office/drawing/2014/main" id="{3C63A54B-0837-4D8E-B5BF-996677DDF310}"/>
              </a:ext>
            </a:extLst>
          </p:cNvPr>
          <p:cNvSpPr/>
          <p:nvPr/>
        </p:nvSpPr>
        <p:spPr bwMode="auto">
          <a:xfrm>
            <a:off x="332134" y="203662"/>
            <a:ext cx="939713" cy="266007"/>
          </a:xfrm>
          <a:prstGeom prst="rect">
            <a:avLst/>
          </a:prstGeom>
          <a:solidFill>
            <a:srgbClr val="4F565C"/>
          </a:solidFill>
          <a:ln>
            <a:noFill/>
          </a:ln>
          <a:effectLst/>
        </p:spPr>
        <p:txBody>
          <a:bodyPr rot="0" spcFirstLastPara="0" vertOverflow="overflow" horzOverflow="overflow" vert="horz" wrap="none" lIns="182880" tIns="0" rIns="182880" bIns="0" numCol="1" spcCol="0" rtlCol="0" fromWordArt="0" anchor="ctr" anchorCtr="0" forceAA="0" compatLnSpc="1">
            <a:prstTxWarp prst="textNoShape">
              <a:avLst/>
            </a:prstTxWarp>
            <a:noAutofit/>
          </a:bodyPr>
          <a:lstStyle/>
          <a:p>
            <a:pPr algn="ctr" rtl="0"/>
            <a:endParaRPr lang="en-GB" sz="1200" dirty="0">
              <a:solidFill>
                <a:schemeClr val="bg1"/>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endParaRPr>
          </a:p>
        </p:txBody>
      </p:sp>
      <p:sp>
        <p:nvSpPr>
          <p:cNvPr id="4" name="Slide number">
            <a:extLst>
              <a:ext uri="{FF2B5EF4-FFF2-40B4-BE49-F238E27FC236}">
                <a16:creationId xmlns:a16="http://schemas.microsoft.com/office/drawing/2014/main" id="{37B45F06-C719-3D7B-129F-E01651700F60}"/>
              </a:ext>
            </a:extLst>
          </p:cNvPr>
          <p:cNvSpPr txBox="1">
            <a:spLocks noGrp="1" noRot="1" noChangeAspect="1" noMove="1" noResize="1" noEditPoints="1" noAdjustHandles="1" noChangeArrowheads="1" noChangeShapeType="1"/>
          </p:cNvSpPr>
          <p:nvPr userDrawn="1"/>
        </p:nvSpPr>
        <p:spPr>
          <a:xfrm>
            <a:off x="345600" y="6393600"/>
            <a:ext cx="374400" cy="169200"/>
          </a:xfrm>
          <a:prstGeom prst="rect">
            <a:avLst/>
          </a:prstGeom>
          <a:noFill/>
        </p:spPr>
        <p:txBody>
          <a:bodyPr wrap="square" lIns="0" tIns="0" rIns="0" bIns="0" rtlCol="0" anchor="ctr" anchorCtr="0">
            <a:noAutofit/>
          </a:bodyPr>
          <a:lstStyle/>
          <a:p>
            <a:pPr marL="0" indent="0" algn="r" rtl="0">
              <a:spcAft>
                <a:spcPts val="600"/>
              </a:spcAft>
            </a:pPr>
            <a:fld id="{A882B6D1-575E-4C43-9CFE-0C0A2CA698B1}" type="slidenum">
              <a:rPr lang="en-GB" sz="900" b="1" i="0" smtClean="0">
                <a:solidFill>
                  <a:schemeClr val="accent3"/>
                </a:solidFill>
                <a:latin typeface="+mn-lt"/>
                <a:ea typeface="Verdana" panose="020B0604030504040204" pitchFamily="34" charset="0"/>
                <a:cs typeface="Times New Roman" panose="02020603050405020304" pitchFamily="18" charset="0"/>
              </a:rPr>
              <a:pPr marL="0" indent="0" algn="r" rtl="0">
                <a:spcAft>
                  <a:spcPts val="600"/>
                </a:spcAft>
              </a:pPr>
              <a:t>‹#›</a:t>
            </a:fld>
            <a:endParaRPr lang="en-GB" sz="900" b="1" i="0" dirty="0">
              <a:solidFill>
                <a:schemeClr val="accent3"/>
              </a:solidFill>
              <a:latin typeface="+mn-lt"/>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37050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with imag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72A29FF-0185-43E9-9F32-63FAB20EA14B}"/>
              </a:ext>
            </a:extLst>
          </p:cNvPr>
          <p:cNvGraphicFramePr>
            <a:graphicFrameLocks noChangeAspect="1"/>
          </p:cNvGraphicFramePr>
          <p:nvPr userDrawn="1">
            <p:custDataLst>
              <p:tags r:id="rId1"/>
            </p:custDataLst>
            <p:extLst>
              <p:ext uri="{D42A27DB-BD31-4B8C-83A1-F6EECF244321}">
                <p14:modId xmlns:p14="http://schemas.microsoft.com/office/powerpoint/2010/main" val="4088166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7" name="Object 6" hidden="1">
                        <a:extLst>
                          <a:ext uri="{FF2B5EF4-FFF2-40B4-BE49-F238E27FC236}">
                            <a16:creationId xmlns:a16="http://schemas.microsoft.com/office/drawing/2014/main" id="{F72A29FF-0185-43E9-9F32-63FAB20EA14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3B70020-166E-466A-92EE-FEE567D37954}"/>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4" name="Text Placeholder 3">
            <a:extLst>
              <a:ext uri="{FF2B5EF4-FFF2-40B4-BE49-F238E27FC236}">
                <a16:creationId xmlns:a16="http://schemas.microsoft.com/office/drawing/2014/main" id="{31CEE93C-7DE1-44E3-9295-2AD3D45CAD79}"/>
              </a:ext>
            </a:extLst>
          </p:cNvPr>
          <p:cNvSpPr>
            <a:spLocks noGrp="1"/>
          </p:cNvSpPr>
          <p:nvPr>
            <p:ph type="body" sz="quarter" idx="10"/>
          </p:nvPr>
        </p:nvSpPr>
        <p:spPr>
          <a:xfrm>
            <a:off x="465138" y="1449388"/>
            <a:ext cx="5104800" cy="4514846"/>
          </a:xfrm>
        </p:spPr>
        <p:txBody>
          <a:bodyPr/>
          <a:lstStyle>
            <a:lvl1pPr rtl="0">
              <a:lnSpc>
                <a:spcPct val="100000"/>
              </a:lnSpc>
              <a:spcBef>
                <a:spcPts val="1200"/>
              </a:spcBef>
              <a:defRPr>
                <a:latin typeface="Arial" panose="020B0604020202020204" pitchFamily="34" charset="0"/>
                <a:cs typeface="Arial" panose="020B0604020202020204" pitchFamily="34" charset="0"/>
                <a:sym typeface="Arial" panose="020B0604020202020204" pitchFamily="34" charset="0"/>
              </a:defRPr>
            </a:lvl1pPr>
            <a:lvl2pPr marL="630000" indent="-270000" rtl="0">
              <a:spcBef>
                <a:spcPts val="0"/>
              </a:spcBef>
              <a:buFont typeface="Arial" panose="020B0604020202020204" pitchFamily="34" charset="0"/>
              <a:buChar char="‒"/>
              <a:defRPr sz="1600"/>
            </a:lvl2pPr>
          </a:lstStyle>
          <a:p>
            <a:pPr lvl="0"/>
            <a:r>
              <a:rPr lang="en-GB"/>
              <a:t>Click to edit Master text styles</a:t>
            </a:r>
          </a:p>
          <a:p>
            <a:pPr lvl="1"/>
            <a:r>
              <a:rPr lang="en-GB"/>
              <a:t>Sub-bullet 16 pt, bold when featured</a:t>
            </a:r>
            <a:endParaRPr lang="en-GB" dirty="0"/>
          </a:p>
        </p:txBody>
      </p:sp>
      <p:sp>
        <p:nvSpPr>
          <p:cNvPr id="5" name="Picture Placeholder 4">
            <a:extLst>
              <a:ext uri="{FF2B5EF4-FFF2-40B4-BE49-F238E27FC236}">
                <a16:creationId xmlns:a16="http://schemas.microsoft.com/office/drawing/2014/main" id="{E925B9CC-68E5-4623-B88F-BFD8CD87487F}"/>
              </a:ext>
            </a:extLst>
          </p:cNvPr>
          <p:cNvSpPr>
            <a:spLocks noGrp="1"/>
          </p:cNvSpPr>
          <p:nvPr>
            <p:ph type="pic" sz="quarter" idx="11"/>
          </p:nvPr>
        </p:nvSpPr>
        <p:spPr>
          <a:xfrm>
            <a:off x="6210300" y="1447800"/>
            <a:ext cx="5104800" cy="4516438"/>
          </a:xfrm>
        </p:spPr>
        <p:txBody>
          <a:bodyPr anchor="ctr" anchorCtr="0"/>
          <a:lstStyle>
            <a:lvl1pPr algn="ctr">
              <a:defRPr/>
            </a:lvl1pPr>
          </a:lstStyle>
          <a:p>
            <a:endParaRPr lang="en-GB" dirty="0"/>
          </a:p>
        </p:txBody>
      </p:sp>
    </p:spTree>
    <p:extLst>
      <p:ext uri="{BB962C8B-B14F-4D97-AF65-F5344CB8AC3E}">
        <p14:creationId xmlns:p14="http://schemas.microsoft.com/office/powerpoint/2010/main" val="58697658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2col_image">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6BEE697D-3E8B-45E6-B51E-6CC3A85E6F6F}"/>
              </a:ext>
            </a:extLst>
          </p:cNvPr>
          <p:cNvGraphicFramePr>
            <a:graphicFrameLocks noChangeAspect="1"/>
          </p:cNvGraphicFramePr>
          <p:nvPr userDrawn="1">
            <p:custDataLst>
              <p:tags r:id="rId1"/>
            </p:custDataLst>
            <p:extLst>
              <p:ext uri="{D42A27DB-BD31-4B8C-83A1-F6EECF244321}">
                <p14:modId xmlns:p14="http://schemas.microsoft.com/office/powerpoint/2010/main" val="11970577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6" name="Object 5" hidden="1">
                        <a:extLst>
                          <a:ext uri="{FF2B5EF4-FFF2-40B4-BE49-F238E27FC236}">
                            <a16:creationId xmlns:a16="http://schemas.microsoft.com/office/drawing/2014/main" id="{6BEE697D-3E8B-45E6-B51E-6CC3A85E6F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Content Placeholder 8">
            <a:extLst>
              <a:ext uri="{FF2B5EF4-FFF2-40B4-BE49-F238E27FC236}">
                <a16:creationId xmlns:a16="http://schemas.microsoft.com/office/drawing/2014/main" id="{320E0C70-CE32-7343-B66C-6613FA054DAA}"/>
              </a:ext>
            </a:extLst>
          </p:cNvPr>
          <p:cNvSpPr>
            <a:spLocks noGrp="1"/>
          </p:cNvSpPr>
          <p:nvPr>
            <p:ph sz="quarter" idx="16"/>
          </p:nvPr>
        </p:nvSpPr>
        <p:spPr>
          <a:xfrm>
            <a:off x="461964" y="1447800"/>
            <a:ext cx="5104800" cy="4518026"/>
          </a:xfrm>
          <a:prstGeom prst="rect">
            <a:avLst/>
          </a:prstGeom>
        </p:spPr>
        <p:txBody>
          <a:bodyPr rIns="0"/>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4" name="Picture Placeholder 3">
            <a:extLst>
              <a:ext uri="{FF2B5EF4-FFF2-40B4-BE49-F238E27FC236}">
                <a16:creationId xmlns:a16="http://schemas.microsoft.com/office/drawing/2014/main" id="{7CB048CB-3F6B-8F43-948D-D4D5A2696BB4}"/>
              </a:ext>
            </a:extLst>
          </p:cNvPr>
          <p:cNvSpPr>
            <a:spLocks noGrp="1"/>
          </p:cNvSpPr>
          <p:nvPr>
            <p:ph type="pic" sz="quarter" idx="24"/>
          </p:nvPr>
        </p:nvSpPr>
        <p:spPr>
          <a:xfrm>
            <a:off x="6210300" y="1446212"/>
            <a:ext cx="5104800" cy="4518026"/>
          </a:xfrm>
          <a:prstGeom prst="rect">
            <a:avLst/>
          </a:prstGeom>
          <a:solidFill>
            <a:schemeClr val="bg1">
              <a:lumMod val="75000"/>
            </a:schemeClr>
          </a:solidFill>
        </p:spPr>
        <p:txBody>
          <a:bodyPr tIns="2103120"/>
          <a:lstStyle>
            <a:lvl1pPr algn="ctr" rtl="0">
              <a:defRPr>
                <a:latin typeface="Arial" panose="020B0604020202020204" pitchFamily="34" charset="0"/>
                <a:cs typeface="Arial" panose="020B0604020202020204" pitchFamily="34" charset="0"/>
                <a:sym typeface="Arial" panose="020B0604020202020204" pitchFamily="34" charset="0"/>
              </a:defRPr>
            </a:lvl1pPr>
          </a:lstStyle>
          <a:p>
            <a:r>
              <a:rPr lang="en-GB"/>
              <a:t>Click icon to add picture</a:t>
            </a:r>
            <a:endParaRPr lang="en-GB" dirty="0"/>
          </a:p>
        </p:txBody>
      </p:sp>
      <p:sp>
        <p:nvSpPr>
          <p:cNvPr id="2" name="Title 1">
            <a:extLst>
              <a:ext uri="{FF2B5EF4-FFF2-40B4-BE49-F238E27FC236}">
                <a16:creationId xmlns:a16="http://schemas.microsoft.com/office/drawing/2014/main" id="{94B1EB62-7F7A-43C2-ABD6-3A059F82C829}"/>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cxnSp>
        <p:nvCxnSpPr>
          <p:cNvPr id="13" name="Straight Connector 12">
            <a:extLst>
              <a:ext uri="{FF2B5EF4-FFF2-40B4-BE49-F238E27FC236}">
                <a16:creationId xmlns:a16="http://schemas.microsoft.com/office/drawing/2014/main" id="{F9690789-1516-4385-A2FA-BFE63A4A329B}"/>
              </a:ext>
            </a:extLst>
          </p:cNvPr>
          <p:cNvCxnSpPr/>
          <p:nvPr/>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14" name="Picture 13" descr="Logo, icon&#10;&#10;Description automatically generated">
            <a:extLst>
              <a:ext uri="{FF2B5EF4-FFF2-40B4-BE49-F238E27FC236}">
                <a16:creationId xmlns:a16="http://schemas.microsoft.com/office/drawing/2014/main" id="{993D19E6-249A-4031-9BAF-08F745A57A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spTree>
    <p:extLst>
      <p:ext uri="{BB962C8B-B14F-4D97-AF65-F5344CB8AC3E}">
        <p14:creationId xmlns:p14="http://schemas.microsoft.com/office/powerpoint/2010/main" val="902883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ain Layou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07E223E-5445-4440-9E61-8F2B1AC31F54}"/>
              </a:ext>
            </a:extLst>
          </p:cNvPr>
          <p:cNvGraphicFramePr>
            <a:graphicFrameLocks noChangeAspect="1"/>
          </p:cNvGraphicFramePr>
          <p:nvPr userDrawn="1">
            <p:custDataLst>
              <p:tags r:id="rId1"/>
            </p:custDataLst>
            <p:extLst>
              <p:ext uri="{D42A27DB-BD31-4B8C-83A1-F6EECF244321}">
                <p14:modId xmlns:p14="http://schemas.microsoft.com/office/powerpoint/2010/main" val="36453309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4" name="Object 3" hidden="1">
                        <a:extLst>
                          <a:ext uri="{FF2B5EF4-FFF2-40B4-BE49-F238E27FC236}">
                            <a16:creationId xmlns:a16="http://schemas.microsoft.com/office/drawing/2014/main" id="{607E223E-5445-4440-9E61-8F2B1AC31F5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E8C2B3B1-8263-974A-B314-A6FC5AB5B228}"/>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cxnSp>
        <p:nvCxnSpPr>
          <p:cNvPr id="11" name="Straight Connector 10">
            <a:extLst>
              <a:ext uri="{FF2B5EF4-FFF2-40B4-BE49-F238E27FC236}">
                <a16:creationId xmlns:a16="http://schemas.microsoft.com/office/drawing/2014/main" id="{CFA41947-5210-42F5-9CA7-E5906C31A532}"/>
              </a:ext>
            </a:extLst>
          </p:cNvPr>
          <p:cNvCxnSpPr/>
          <p:nvPr/>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13" name="Picture 12" descr="Logo, icon&#10;&#10;Description automatically generated">
            <a:extLst>
              <a:ext uri="{FF2B5EF4-FFF2-40B4-BE49-F238E27FC236}">
                <a16:creationId xmlns:a16="http://schemas.microsoft.com/office/drawing/2014/main" id="{36D88518-8D6D-4E0A-B44A-212889A97C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cxnSp>
        <p:nvCxnSpPr>
          <p:cNvPr id="6" name="Straight Connector 5">
            <a:extLst>
              <a:ext uri="{FF2B5EF4-FFF2-40B4-BE49-F238E27FC236}">
                <a16:creationId xmlns:a16="http://schemas.microsoft.com/office/drawing/2014/main" id="{A41CF3FE-A03C-4321-BDF9-EE81A2D8CE64}"/>
              </a:ext>
            </a:extLst>
          </p:cNvPr>
          <p:cNvCxnSpPr/>
          <p:nvPr userDrawn="1"/>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8" name="Picture 7" descr="Logo, icon&#10;&#10;Description automatically generated">
            <a:extLst>
              <a:ext uri="{FF2B5EF4-FFF2-40B4-BE49-F238E27FC236}">
                <a16:creationId xmlns:a16="http://schemas.microsoft.com/office/drawing/2014/main" id="{3457082D-1F91-4264-8AF6-0C19C0EC469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spTree>
    <p:extLst>
      <p:ext uri="{BB962C8B-B14F-4D97-AF65-F5344CB8AC3E}">
        <p14:creationId xmlns:p14="http://schemas.microsoft.com/office/powerpoint/2010/main" val="192009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3col">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57B801E-B1F5-4EB2-86DF-0436ED6996DB}"/>
              </a:ext>
            </a:extLst>
          </p:cNvPr>
          <p:cNvGraphicFramePr>
            <a:graphicFrameLocks noChangeAspect="1"/>
          </p:cNvGraphicFramePr>
          <p:nvPr userDrawn="1">
            <p:custDataLst>
              <p:tags r:id="rId1"/>
            </p:custDataLst>
            <p:extLst>
              <p:ext uri="{D42A27DB-BD31-4B8C-83A1-F6EECF244321}">
                <p14:modId xmlns:p14="http://schemas.microsoft.com/office/powerpoint/2010/main" val="33296165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6" name="Object 5" hidden="1">
                        <a:extLst>
                          <a:ext uri="{FF2B5EF4-FFF2-40B4-BE49-F238E27FC236}">
                            <a16:creationId xmlns:a16="http://schemas.microsoft.com/office/drawing/2014/main" id="{757B801E-B1F5-4EB2-86DF-0436ED6996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8">
            <a:extLst>
              <a:ext uri="{FF2B5EF4-FFF2-40B4-BE49-F238E27FC236}">
                <a16:creationId xmlns:a16="http://schemas.microsoft.com/office/drawing/2014/main" id="{001C55C3-023A-FF4E-A906-5C80997C28CA}"/>
              </a:ext>
            </a:extLst>
          </p:cNvPr>
          <p:cNvSpPr>
            <a:spLocks noGrp="1"/>
          </p:cNvSpPr>
          <p:nvPr>
            <p:ph sz="quarter" idx="21"/>
          </p:nvPr>
        </p:nvSpPr>
        <p:spPr>
          <a:xfrm>
            <a:off x="5343525" y="1447800"/>
            <a:ext cx="6394398" cy="4518026"/>
          </a:xfrm>
          <a:prstGeom prst="rect">
            <a:avLst/>
          </a:prstGeom>
        </p:spPr>
        <p:txBody>
          <a:bodyPr rIns="0"/>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3" name="Title 2">
            <a:extLst>
              <a:ext uri="{FF2B5EF4-FFF2-40B4-BE49-F238E27FC236}">
                <a16:creationId xmlns:a16="http://schemas.microsoft.com/office/drawing/2014/main" id="{40F4407E-4017-3748-BFD4-167DC6DB38E9}"/>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4" name="Text Placeholder 3">
            <a:extLst>
              <a:ext uri="{FF2B5EF4-FFF2-40B4-BE49-F238E27FC236}">
                <a16:creationId xmlns:a16="http://schemas.microsoft.com/office/drawing/2014/main" id="{EE83B7F2-0798-244B-8E78-829AE4118872}"/>
              </a:ext>
            </a:extLst>
          </p:cNvPr>
          <p:cNvSpPr>
            <a:spLocks noGrp="1"/>
          </p:cNvSpPr>
          <p:nvPr>
            <p:ph type="body" sz="quarter" idx="24"/>
          </p:nvPr>
        </p:nvSpPr>
        <p:spPr>
          <a:xfrm>
            <a:off x="458788" y="1447800"/>
            <a:ext cx="4622170" cy="4518025"/>
          </a:xfrm>
          <a:prstGeom prst="rect">
            <a:avLst/>
          </a:prstGeo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cxnSp>
        <p:nvCxnSpPr>
          <p:cNvPr id="10" name="Straight Connector 9">
            <a:extLst>
              <a:ext uri="{FF2B5EF4-FFF2-40B4-BE49-F238E27FC236}">
                <a16:creationId xmlns:a16="http://schemas.microsoft.com/office/drawing/2014/main" id="{ECB9033F-6693-4DA5-A363-0566B9C03E99}"/>
              </a:ext>
            </a:extLst>
          </p:cNvPr>
          <p:cNvCxnSpPr/>
          <p:nvPr/>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11" name="Picture 10" descr="Logo, icon&#10;&#10;Description automatically generated">
            <a:extLst>
              <a:ext uri="{FF2B5EF4-FFF2-40B4-BE49-F238E27FC236}">
                <a16:creationId xmlns:a16="http://schemas.microsoft.com/office/drawing/2014/main" id="{2D68C690-ECC6-4D29-8C34-8355353BD1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cxnSp>
        <p:nvCxnSpPr>
          <p:cNvPr id="8" name="Straight Connector 7">
            <a:extLst>
              <a:ext uri="{FF2B5EF4-FFF2-40B4-BE49-F238E27FC236}">
                <a16:creationId xmlns:a16="http://schemas.microsoft.com/office/drawing/2014/main" id="{2F72F19D-5945-47E2-9A24-8C61BFFA03AD}"/>
              </a:ext>
            </a:extLst>
          </p:cNvPr>
          <p:cNvCxnSpPr/>
          <p:nvPr userDrawn="1"/>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12" name="Picture 11" descr="Logo, icon&#10;&#10;Description automatically generated">
            <a:extLst>
              <a:ext uri="{FF2B5EF4-FFF2-40B4-BE49-F238E27FC236}">
                <a16:creationId xmlns:a16="http://schemas.microsoft.com/office/drawing/2014/main" id="{0868231F-0DE6-4E48-957D-AD2A596CF1F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spTree>
    <p:extLst>
      <p:ext uri="{BB962C8B-B14F-4D97-AF65-F5344CB8AC3E}">
        <p14:creationId xmlns:p14="http://schemas.microsoft.com/office/powerpoint/2010/main" val="3618336041"/>
      </p:ext>
    </p:extLst>
  </p:cSld>
  <p:clrMapOvr>
    <a:masterClrMapping/>
  </p:clrMapOvr>
  <p:extLst>
    <p:ext uri="{DCECCB84-F9BA-43D5-87BE-67443E8EF086}">
      <p15:sldGuideLst xmlns:p15="http://schemas.microsoft.com/office/powerpoint/2012/main">
        <p15:guide id="1" orient="horz" pos="6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 2 col w/chart">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FEBC07-B690-454E-82C8-2A026E5E724B}"/>
              </a:ext>
            </a:extLst>
          </p:cNvPr>
          <p:cNvGraphicFramePr>
            <a:graphicFrameLocks noChangeAspect="1"/>
          </p:cNvGraphicFramePr>
          <p:nvPr userDrawn="1">
            <p:custDataLst>
              <p:tags r:id="rId1"/>
            </p:custDataLst>
            <p:extLst>
              <p:ext uri="{D42A27DB-BD31-4B8C-83A1-F6EECF244321}">
                <p14:modId xmlns:p14="http://schemas.microsoft.com/office/powerpoint/2010/main" val="10692426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4" name="Object 3" hidden="1">
                        <a:extLst>
                          <a:ext uri="{FF2B5EF4-FFF2-40B4-BE49-F238E27FC236}">
                            <a16:creationId xmlns:a16="http://schemas.microsoft.com/office/drawing/2014/main" id="{96FEBC07-B690-454E-82C8-2A026E5E724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hart Placeholder 6">
            <a:extLst>
              <a:ext uri="{FF2B5EF4-FFF2-40B4-BE49-F238E27FC236}">
                <a16:creationId xmlns:a16="http://schemas.microsoft.com/office/drawing/2014/main" id="{D9A7A099-8FCD-F248-90AD-8AB09DA1ADCE}"/>
              </a:ext>
            </a:extLst>
          </p:cNvPr>
          <p:cNvSpPr>
            <a:spLocks noGrp="1"/>
          </p:cNvSpPr>
          <p:nvPr>
            <p:ph type="chart" sz="quarter" idx="17"/>
          </p:nvPr>
        </p:nvSpPr>
        <p:spPr>
          <a:xfrm>
            <a:off x="5343525" y="1447799"/>
            <a:ext cx="6397626" cy="4518025"/>
          </a:xfrm>
          <a:prstGeom prst="rect">
            <a:avLst/>
          </a:prstGeom>
          <a:pattFill prst="pct10">
            <a:fgClr>
              <a:schemeClr val="tx2"/>
            </a:fgClr>
            <a:bgClr>
              <a:schemeClr val="bg1"/>
            </a:bgClr>
          </a:pattFill>
        </p:spPr>
        <p:txBody>
          <a:bodyPr tIns="2468880"/>
          <a:lstStyle>
            <a:lvl1pPr algn="ctr" rtl="0">
              <a:defRPr>
                <a:latin typeface="Arial" panose="020B0604020202020204" pitchFamily="34" charset="0"/>
                <a:cs typeface="Arial" panose="020B0604020202020204" pitchFamily="34" charset="0"/>
                <a:sym typeface="Arial" panose="020B0604020202020204" pitchFamily="34" charset="0"/>
              </a:defRPr>
            </a:lvl1pPr>
          </a:lstStyle>
          <a:p>
            <a:r>
              <a:rPr lang="en-GB"/>
              <a:t>Click icon to add chart</a:t>
            </a:r>
            <a:endParaRPr lang="en-GB" dirty="0"/>
          </a:p>
        </p:txBody>
      </p:sp>
      <p:sp>
        <p:nvSpPr>
          <p:cNvPr id="10" name="Title 9">
            <a:extLst>
              <a:ext uri="{FF2B5EF4-FFF2-40B4-BE49-F238E27FC236}">
                <a16:creationId xmlns:a16="http://schemas.microsoft.com/office/drawing/2014/main" id="{072EC5D3-1C7B-9746-89D7-A0132C11CFC7}"/>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15" name="Text Placeholder 3">
            <a:extLst>
              <a:ext uri="{FF2B5EF4-FFF2-40B4-BE49-F238E27FC236}">
                <a16:creationId xmlns:a16="http://schemas.microsoft.com/office/drawing/2014/main" id="{2ADF6E2A-6531-7A40-871F-90EC68ACA088}"/>
              </a:ext>
            </a:extLst>
          </p:cNvPr>
          <p:cNvSpPr>
            <a:spLocks noGrp="1"/>
          </p:cNvSpPr>
          <p:nvPr>
            <p:ph type="body" sz="quarter" idx="24"/>
          </p:nvPr>
        </p:nvSpPr>
        <p:spPr>
          <a:xfrm>
            <a:off x="458788" y="1447800"/>
            <a:ext cx="3840162" cy="4518025"/>
          </a:xfrm>
          <a:prstGeom prst="rect">
            <a:avLst/>
          </a:prstGeo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cxnSp>
        <p:nvCxnSpPr>
          <p:cNvPr id="12" name="Straight Connector 11">
            <a:extLst>
              <a:ext uri="{FF2B5EF4-FFF2-40B4-BE49-F238E27FC236}">
                <a16:creationId xmlns:a16="http://schemas.microsoft.com/office/drawing/2014/main" id="{E4539211-694F-4467-9913-E0FF3967E336}"/>
              </a:ext>
            </a:extLst>
          </p:cNvPr>
          <p:cNvCxnSpPr/>
          <p:nvPr/>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16" name="Picture 15" descr="Logo, icon&#10;&#10;Description automatically generated">
            <a:extLst>
              <a:ext uri="{FF2B5EF4-FFF2-40B4-BE49-F238E27FC236}">
                <a16:creationId xmlns:a16="http://schemas.microsoft.com/office/drawing/2014/main" id="{4EEF5F04-762C-4C58-8A74-43BE140329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cxnSp>
        <p:nvCxnSpPr>
          <p:cNvPr id="8" name="Straight Connector 7">
            <a:extLst>
              <a:ext uri="{FF2B5EF4-FFF2-40B4-BE49-F238E27FC236}">
                <a16:creationId xmlns:a16="http://schemas.microsoft.com/office/drawing/2014/main" id="{04B7C105-5D7F-4E49-A783-456DAF4D7E99}"/>
              </a:ext>
            </a:extLst>
          </p:cNvPr>
          <p:cNvCxnSpPr/>
          <p:nvPr userDrawn="1"/>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9" name="Picture 8" descr="Logo, icon&#10;&#10;Description automatically generated">
            <a:extLst>
              <a:ext uri="{FF2B5EF4-FFF2-40B4-BE49-F238E27FC236}">
                <a16:creationId xmlns:a16="http://schemas.microsoft.com/office/drawing/2014/main" id="{F8AAD5D8-6462-451E-92E0-4A36A1E4C9E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spTree>
    <p:extLst>
      <p:ext uri="{BB962C8B-B14F-4D97-AF65-F5344CB8AC3E}">
        <p14:creationId xmlns:p14="http://schemas.microsoft.com/office/powerpoint/2010/main" val="4237694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2col - chart+subtitle">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357A6E8-013F-42B3-A009-123D589970ED}"/>
              </a:ext>
            </a:extLst>
          </p:cNvPr>
          <p:cNvGraphicFramePr>
            <a:graphicFrameLocks noChangeAspect="1"/>
          </p:cNvGraphicFramePr>
          <p:nvPr userDrawn="1">
            <p:custDataLst>
              <p:tags r:id="rId1"/>
            </p:custDataLst>
            <p:extLst>
              <p:ext uri="{D42A27DB-BD31-4B8C-83A1-F6EECF244321}">
                <p14:modId xmlns:p14="http://schemas.microsoft.com/office/powerpoint/2010/main" val="38410544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4" name="Object 3" hidden="1">
                        <a:extLst>
                          <a:ext uri="{FF2B5EF4-FFF2-40B4-BE49-F238E27FC236}">
                            <a16:creationId xmlns:a16="http://schemas.microsoft.com/office/drawing/2014/main" id="{E357A6E8-013F-42B3-A009-123D589970E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hart Placeholder 6">
            <a:extLst>
              <a:ext uri="{FF2B5EF4-FFF2-40B4-BE49-F238E27FC236}">
                <a16:creationId xmlns:a16="http://schemas.microsoft.com/office/drawing/2014/main" id="{D9A7A099-8FCD-F248-90AD-8AB09DA1ADCE}"/>
              </a:ext>
            </a:extLst>
          </p:cNvPr>
          <p:cNvSpPr>
            <a:spLocks noGrp="1"/>
          </p:cNvSpPr>
          <p:nvPr>
            <p:ph type="chart" sz="quarter" idx="17"/>
          </p:nvPr>
        </p:nvSpPr>
        <p:spPr>
          <a:xfrm>
            <a:off x="5343525" y="1447799"/>
            <a:ext cx="6397626" cy="4518025"/>
          </a:xfrm>
          <a:prstGeom prst="rect">
            <a:avLst/>
          </a:prstGeom>
          <a:pattFill prst="pct10">
            <a:fgClr>
              <a:schemeClr val="tx2"/>
            </a:fgClr>
            <a:bgClr>
              <a:schemeClr val="bg1"/>
            </a:bgClr>
          </a:pattFill>
        </p:spPr>
        <p:txBody>
          <a:bodyPr tIns="2468880"/>
          <a:lstStyle>
            <a:lvl1pPr algn="ctr" rtl="0">
              <a:defRPr>
                <a:latin typeface="Arial" panose="020B0604020202020204" pitchFamily="34" charset="0"/>
                <a:cs typeface="Arial" panose="020B0604020202020204" pitchFamily="34" charset="0"/>
                <a:sym typeface="Arial" panose="020B0604020202020204" pitchFamily="34" charset="0"/>
              </a:defRPr>
            </a:lvl1pPr>
          </a:lstStyle>
          <a:p>
            <a:r>
              <a:rPr lang="en-GB"/>
              <a:t>Click icon to add chart</a:t>
            </a:r>
            <a:endParaRPr lang="en-GB" dirty="0"/>
          </a:p>
        </p:txBody>
      </p:sp>
      <p:sp>
        <p:nvSpPr>
          <p:cNvPr id="10" name="Title 9">
            <a:extLst>
              <a:ext uri="{FF2B5EF4-FFF2-40B4-BE49-F238E27FC236}">
                <a16:creationId xmlns:a16="http://schemas.microsoft.com/office/drawing/2014/main" id="{072EC5D3-1C7B-9746-89D7-A0132C11CFC7}"/>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15" name="Text Placeholder 3">
            <a:extLst>
              <a:ext uri="{FF2B5EF4-FFF2-40B4-BE49-F238E27FC236}">
                <a16:creationId xmlns:a16="http://schemas.microsoft.com/office/drawing/2014/main" id="{2ADF6E2A-6531-7A40-871F-90EC68ACA088}"/>
              </a:ext>
            </a:extLst>
          </p:cNvPr>
          <p:cNvSpPr>
            <a:spLocks noGrp="1"/>
          </p:cNvSpPr>
          <p:nvPr>
            <p:ph type="body" sz="quarter" idx="24"/>
          </p:nvPr>
        </p:nvSpPr>
        <p:spPr>
          <a:xfrm>
            <a:off x="458788" y="1893456"/>
            <a:ext cx="3840162" cy="4072370"/>
          </a:xfrm>
          <a:prstGeom prst="rect">
            <a:avLst/>
          </a:prstGeo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cxnSp>
        <p:nvCxnSpPr>
          <p:cNvPr id="12" name="Straight Connector 11">
            <a:extLst>
              <a:ext uri="{FF2B5EF4-FFF2-40B4-BE49-F238E27FC236}">
                <a16:creationId xmlns:a16="http://schemas.microsoft.com/office/drawing/2014/main" id="{E4539211-694F-4467-9913-E0FF3967E336}"/>
              </a:ext>
            </a:extLst>
          </p:cNvPr>
          <p:cNvCxnSpPr/>
          <p:nvPr userDrawn="1"/>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16" name="Picture 15" descr="Logo, icon&#10;&#10;Description automatically generated">
            <a:extLst>
              <a:ext uri="{FF2B5EF4-FFF2-40B4-BE49-F238E27FC236}">
                <a16:creationId xmlns:a16="http://schemas.microsoft.com/office/drawing/2014/main" id="{4EEF5F04-762C-4C58-8A74-43BE1403294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sp>
        <p:nvSpPr>
          <p:cNvPr id="17" name="Text Placeholder 2">
            <a:extLst>
              <a:ext uri="{FF2B5EF4-FFF2-40B4-BE49-F238E27FC236}">
                <a16:creationId xmlns:a16="http://schemas.microsoft.com/office/drawing/2014/main" id="{23CBCD1D-799D-45F8-A162-6944245CED24}"/>
              </a:ext>
            </a:extLst>
          </p:cNvPr>
          <p:cNvSpPr>
            <a:spLocks noGrp="1"/>
          </p:cNvSpPr>
          <p:nvPr>
            <p:ph type="body" sz="quarter" idx="39" hasCustomPrompt="1"/>
          </p:nvPr>
        </p:nvSpPr>
        <p:spPr>
          <a:xfrm>
            <a:off x="458788" y="1447800"/>
            <a:ext cx="3840162" cy="371475"/>
          </a:xfrm>
        </p:spPr>
        <p:txBody>
          <a:bodyPr anchor="b"/>
          <a:lstStyle>
            <a:lvl1pPr marL="0" indent="0" rtl="0">
              <a:buNone/>
              <a:defRPr b="1">
                <a:latin typeface="Arial" panose="020B0604020202020204" pitchFamily="34" charset="0"/>
                <a:cs typeface="Arial" panose="020B0604020202020204" pitchFamily="34" charset="0"/>
                <a:sym typeface="Arial" panose="020B0604020202020204" pitchFamily="34" charset="0"/>
              </a:defRPr>
            </a:lvl1pPr>
          </a:lstStyle>
          <a:p>
            <a:pPr lvl="0"/>
            <a:r>
              <a:rPr lang="en-GB" b="1"/>
              <a:t>Subtitle – one line only</a:t>
            </a:r>
            <a:endParaRPr lang="en-GB" dirty="0"/>
          </a:p>
        </p:txBody>
      </p:sp>
    </p:spTree>
    <p:extLst>
      <p:ext uri="{BB962C8B-B14F-4D97-AF65-F5344CB8AC3E}">
        <p14:creationId xmlns:p14="http://schemas.microsoft.com/office/powerpoint/2010/main" val="377995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2col w/table">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BC07F2D-4E49-46B6-9A29-E466C0DF9B13}"/>
              </a:ext>
            </a:extLst>
          </p:cNvPr>
          <p:cNvGraphicFramePr>
            <a:graphicFrameLocks noChangeAspect="1"/>
          </p:cNvGraphicFramePr>
          <p:nvPr userDrawn="1">
            <p:custDataLst>
              <p:tags r:id="rId1"/>
            </p:custDataLst>
            <p:extLst>
              <p:ext uri="{D42A27DB-BD31-4B8C-83A1-F6EECF244321}">
                <p14:modId xmlns:p14="http://schemas.microsoft.com/office/powerpoint/2010/main" val="15950131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4" name="Object 3" hidden="1">
                        <a:extLst>
                          <a:ext uri="{FF2B5EF4-FFF2-40B4-BE49-F238E27FC236}">
                            <a16:creationId xmlns:a16="http://schemas.microsoft.com/office/drawing/2014/main" id="{6BC07F2D-4E49-46B6-9A29-E466C0DF9B1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able Placeholder 5">
            <a:extLst>
              <a:ext uri="{FF2B5EF4-FFF2-40B4-BE49-F238E27FC236}">
                <a16:creationId xmlns:a16="http://schemas.microsoft.com/office/drawing/2014/main" id="{E970E05D-6C9C-AA4C-9AC8-08594C5B389D}"/>
              </a:ext>
            </a:extLst>
          </p:cNvPr>
          <p:cNvSpPr>
            <a:spLocks noGrp="1"/>
          </p:cNvSpPr>
          <p:nvPr>
            <p:ph type="tbl" sz="quarter" idx="17"/>
          </p:nvPr>
        </p:nvSpPr>
        <p:spPr>
          <a:xfrm>
            <a:off x="5343525" y="1447800"/>
            <a:ext cx="6383336" cy="4535109"/>
          </a:xfrm>
          <a:prstGeom prst="rect">
            <a:avLst/>
          </a:prstGeom>
          <a:pattFill prst="pct10">
            <a:fgClr>
              <a:schemeClr val="accent1"/>
            </a:fgClr>
            <a:bgClr>
              <a:schemeClr val="bg1"/>
            </a:bgClr>
          </a:pattFill>
        </p:spPr>
        <p:txBody>
          <a:bodyPr tIns="2514600"/>
          <a:lstStyle>
            <a:lvl1pPr algn="ctr" rtl="0">
              <a:defRPr>
                <a:latin typeface="Arial" panose="020B0604020202020204" pitchFamily="34" charset="0"/>
                <a:cs typeface="Arial" panose="020B0604020202020204" pitchFamily="34" charset="0"/>
                <a:sym typeface="Arial" panose="020B0604020202020204" pitchFamily="34" charset="0"/>
              </a:defRPr>
            </a:lvl1pPr>
          </a:lstStyle>
          <a:p>
            <a:r>
              <a:rPr lang="en-GB"/>
              <a:t>Click icon to add table</a:t>
            </a:r>
            <a:endParaRPr lang="en-GB" dirty="0"/>
          </a:p>
        </p:txBody>
      </p:sp>
      <p:sp>
        <p:nvSpPr>
          <p:cNvPr id="14" name="Title 13">
            <a:extLst>
              <a:ext uri="{FF2B5EF4-FFF2-40B4-BE49-F238E27FC236}">
                <a16:creationId xmlns:a16="http://schemas.microsoft.com/office/drawing/2014/main" id="{73467638-CC1E-3646-B3BD-813AF637CC81}"/>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15" name="Text Placeholder 3">
            <a:extLst>
              <a:ext uri="{FF2B5EF4-FFF2-40B4-BE49-F238E27FC236}">
                <a16:creationId xmlns:a16="http://schemas.microsoft.com/office/drawing/2014/main" id="{CF2F45C7-2868-1A4F-BDD1-171F99DBAD59}"/>
              </a:ext>
            </a:extLst>
          </p:cNvPr>
          <p:cNvSpPr>
            <a:spLocks noGrp="1"/>
          </p:cNvSpPr>
          <p:nvPr>
            <p:ph type="body" sz="quarter" idx="24"/>
          </p:nvPr>
        </p:nvSpPr>
        <p:spPr>
          <a:xfrm>
            <a:off x="458787" y="1447800"/>
            <a:ext cx="3840163" cy="4518025"/>
          </a:xfrm>
          <a:prstGeom prst="rect">
            <a:avLst/>
          </a:prstGeo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cxnSp>
        <p:nvCxnSpPr>
          <p:cNvPr id="12" name="Straight Connector 11">
            <a:extLst>
              <a:ext uri="{FF2B5EF4-FFF2-40B4-BE49-F238E27FC236}">
                <a16:creationId xmlns:a16="http://schemas.microsoft.com/office/drawing/2014/main" id="{46C2A543-93BB-4042-9D73-DEFDFA95CE64}"/>
              </a:ext>
            </a:extLst>
          </p:cNvPr>
          <p:cNvCxnSpPr/>
          <p:nvPr/>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16" name="Picture 15" descr="Logo, icon&#10;&#10;Description automatically generated">
            <a:extLst>
              <a:ext uri="{FF2B5EF4-FFF2-40B4-BE49-F238E27FC236}">
                <a16:creationId xmlns:a16="http://schemas.microsoft.com/office/drawing/2014/main" id="{E6CCAAE1-08FC-41C5-A1CA-379DE47098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cxnSp>
        <p:nvCxnSpPr>
          <p:cNvPr id="8" name="Straight Connector 7">
            <a:extLst>
              <a:ext uri="{FF2B5EF4-FFF2-40B4-BE49-F238E27FC236}">
                <a16:creationId xmlns:a16="http://schemas.microsoft.com/office/drawing/2014/main" id="{547682FF-6D6D-4433-B059-79C4BC655FFE}"/>
              </a:ext>
            </a:extLst>
          </p:cNvPr>
          <p:cNvCxnSpPr/>
          <p:nvPr userDrawn="1"/>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9" name="Picture 8" descr="Logo, icon&#10;&#10;Description automatically generated">
            <a:extLst>
              <a:ext uri="{FF2B5EF4-FFF2-40B4-BE49-F238E27FC236}">
                <a16:creationId xmlns:a16="http://schemas.microsoft.com/office/drawing/2014/main" id="{35693E56-8BBF-4790-8504-F281700AC2A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spTree>
    <p:extLst>
      <p:ext uri="{BB962C8B-B14F-4D97-AF65-F5344CB8AC3E}">
        <p14:creationId xmlns:p14="http://schemas.microsoft.com/office/powerpoint/2010/main" val="3502662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2 col w/table +subtitle">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0814FF9-65B2-487E-9B42-D6A32927C45B}"/>
              </a:ext>
            </a:extLst>
          </p:cNvPr>
          <p:cNvGraphicFramePr>
            <a:graphicFrameLocks noChangeAspect="1"/>
          </p:cNvGraphicFramePr>
          <p:nvPr userDrawn="1">
            <p:custDataLst>
              <p:tags r:id="rId1"/>
            </p:custDataLst>
            <p:extLst>
              <p:ext uri="{D42A27DB-BD31-4B8C-83A1-F6EECF244321}">
                <p14:modId xmlns:p14="http://schemas.microsoft.com/office/powerpoint/2010/main" val="2958826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4" name="Object 3" hidden="1">
                        <a:extLst>
                          <a:ext uri="{FF2B5EF4-FFF2-40B4-BE49-F238E27FC236}">
                            <a16:creationId xmlns:a16="http://schemas.microsoft.com/office/drawing/2014/main" id="{20814FF9-65B2-487E-9B42-D6A32927C4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able Placeholder 5">
            <a:extLst>
              <a:ext uri="{FF2B5EF4-FFF2-40B4-BE49-F238E27FC236}">
                <a16:creationId xmlns:a16="http://schemas.microsoft.com/office/drawing/2014/main" id="{E970E05D-6C9C-AA4C-9AC8-08594C5B389D}"/>
              </a:ext>
            </a:extLst>
          </p:cNvPr>
          <p:cNvSpPr>
            <a:spLocks noGrp="1"/>
          </p:cNvSpPr>
          <p:nvPr>
            <p:ph type="tbl" sz="quarter" idx="17"/>
          </p:nvPr>
        </p:nvSpPr>
        <p:spPr>
          <a:xfrm>
            <a:off x="5343525" y="1447800"/>
            <a:ext cx="6383336" cy="4535109"/>
          </a:xfrm>
          <a:prstGeom prst="rect">
            <a:avLst/>
          </a:prstGeom>
          <a:pattFill prst="pct10">
            <a:fgClr>
              <a:schemeClr val="accent1"/>
            </a:fgClr>
            <a:bgClr>
              <a:schemeClr val="bg1"/>
            </a:bgClr>
          </a:pattFill>
        </p:spPr>
        <p:txBody>
          <a:bodyPr tIns="2514600"/>
          <a:lstStyle>
            <a:lvl1pPr algn="ctr" rtl="0">
              <a:defRPr>
                <a:latin typeface="Arial" panose="020B0604020202020204" pitchFamily="34" charset="0"/>
                <a:cs typeface="Arial" panose="020B0604020202020204" pitchFamily="34" charset="0"/>
                <a:sym typeface="Arial" panose="020B0604020202020204" pitchFamily="34" charset="0"/>
              </a:defRPr>
            </a:lvl1pPr>
          </a:lstStyle>
          <a:p>
            <a:r>
              <a:rPr lang="en-GB"/>
              <a:t>Click icon to add table</a:t>
            </a:r>
            <a:endParaRPr lang="en-GB" dirty="0"/>
          </a:p>
        </p:txBody>
      </p:sp>
      <p:sp>
        <p:nvSpPr>
          <p:cNvPr id="14" name="Title 13">
            <a:extLst>
              <a:ext uri="{FF2B5EF4-FFF2-40B4-BE49-F238E27FC236}">
                <a16:creationId xmlns:a16="http://schemas.microsoft.com/office/drawing/2014/main" id="{73467638-CC1E-3646-B3BD-813AF637CC81}"/>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15" name="Text Placeholder 3">
            <a:extLst>
              <a:ext uri="{FF2B5EF4-FFF2-40B4-BE49-F238E27FC236}">
                <a16:creationId xmlns:a16="http://schemas.microsoft.com/office/drawing/2014/main" id="{CF2F45C7-2868-1A4F-BDD1-171F99DBAD59}"/>
              </a:ext>
            </a:extLst>
          </p:cNvPr>
          <p:cNvSpPr>
            <a:spLocks noGrp="1"/>
          </p:cNvSpPr>
          <p:nvPr>
            <p:ph type="body" sz="quarter" idx="24"/>
          </p:nvPr>
        </p:nvSpPr>
        <p:spPr>
          <a:xfrm>
            <a:off x="458788" y="1884217"/>
            <a:ext cx="3840162" cy="4081607"/>
          </a:xfrm>
          <a:prstGeom prst="rect">
            <a:avLst/>
          </a:prstGeo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cxnSp>
        <p:nvCxnSpPr>
          <p:cNvPr id="12" name="Straight Connector 11">
            <a:extLst>
              <a:ext uri="{FF2B5EF4-FFF2-40B4-BE49-F238E27FC236}">
                <a16:creationId xmlns:a16="http://schemas.microsoft.com/office/drawing/2014/main" id="{46C2A543-93BB-4042-9D73-DEFDFA95CE64}"/>
              </a:ext>
            </a:extLst>
          </p:cNvPr>
          <p:cNvCxnSpPr/>
          <p:nvPr userDrawn="1"/>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16" name="Picture 15" descr="Logo, icon&#10;&#10;Description automatically generated">
            <a:extLst>
              <a:ext uri="{FF2B5EF4-FFF2-40B4-BE49-F238E27FC236}">
                <a16:creationId xmlns:a16="http://schemas.microsoft.com/office/drawing/2014/main" id="{E6CCAAE1-08FC-41C5-A1CA-379DE470986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sp>
        <p:nvSpPr>
          <p:cNvPr id="17" name="Text Placeholder 2">
            <a:extLst>
              <a:ext uri="{FF2B5EF4-FFF2-40B4-BE49-F238E27FC236}">
                <a16:creationId xmlns:a16="http://schemas.microsoft.com/office/drawing/2014/main" id="{FA819AD1-773F-4D53-8F07-48FD1CAE7D22}"/>
              </a:ext>
            </a:extLst>
          </p:cNvPr>
          <p:cNvSpPr>
            <a:spLocks noGrp="1"/>
          </p:cNvSpPr>
          <p:nvPr>
            <p:ph type="body" sz="quarter" idx="39" hasCustomPrompt="1"/>
          </p:nvPr>
        </p:nvSpPr>
        <p:spPr>
          <a:xfrm>
            <a:off x="458788" y="1447800"/>
            <a:ext cx="3840162" cy="371475"/>
          </a:xfrm>
        </p:spPr>
        <p:txBody>
          <a:bodyPr anchor="b"/>
          <a:lstStyle>
            <a:lvl1pPr marL="0" indent="0" rtl="0">
              <a:buNone/>
              <a:defRPr b="1">
                <a:latin typeface="Arial" panose="020B0604020202020204" pitchFamily="34" charset="0"/>
                <a:cs typeface="Arial" panose="020B0604020202020204" pitchFamily="34" charset="0"/>
                <a:sym typeface="Arial" panose="020B0604020202020204" pitchFamily="34" charset="0"/>
              </a:defRPr>
            </a:lvl1pPr>
          </a:lstStyle>
          <a:p>
            <a:pPr lvl="0"/>
            <a:r>
              <a:rPr lang="en-GB" b="1"/>
              <a:t>Subtitle – one line only</a:t>
            </a:r>
            <a:endParaRPr lang="en-GB" dirty="0"/>
          </a:p>
        </p:txBody>
      </p:sp>
    </p:spTree>
    <p:extLst>
      <p:ext uri="{BB962C8B-B14F-4D97-AF65-F5344CB8AC3E}">
        <p14:creationId xmlns:p14="http://schemas.microsoft.com/office/powerpoint/2010/main" val="1307166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1 large chart">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F234C3E-DA63-4AE3-A3BA-A4D4B58CCD8B}"/>
              </a:ext>
            </a:extLst>
          </p:cNvPr>
          <p:cNvGraphicFramePr>
            <a:graphicFrameLocks noChangeAspect="1"/>
          </p:cNvGraphicFramePr>
          <p:nvPr userDrawn="1">
            <p:custDataLst>
              <p:tags r:id="rId1"/>
            </p:custDataLst>
            <p:extLst>
              <p:ext uri="{D42A27DB-BD31-4B8C-83A1-F6EECF244321}">
                <p14:modId xmlns:p14="http://schemas.microsoft.com/office/powerpoint/2010/main" val="6150569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4" name="Object 3" hidden="1">
                        <a:extLst>
                          <a:ext uri="{FF2B5EF4-FFF2-40B4-BE49-F238E27FC236}">
                            <a16:creationId xmlns:a16="http://schemas.microsoft.com/office/drawing/2014/main" id="{AF234C3E-DA63-4AE3-A3BA-A4D4B58CCD8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658BF3D9-3EA6-E140-9223-F3BED55015AE}"/>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15" name="Chart Placeholder 14">
            <a:extLst>
              <a:ext uri="{FF2B5EF4-FFF2-40B4-BE49-F238E27FC236}">
                <a16:creationId xmlns:a16="http://schemas.microsoft.com/office/drawing/2014/main" id="{554564EE-8019-AC47-8E4A-8608D9E434F9}"/>
              </a:ext>
            </a:extLst>
          </p:cNvPr>
          <p:cNvSpPr>
            <a:spLocks noGrp="1"/>
          </p:cNvSpPr>
          <p:nvPr>
            <p:ph type="chart" sz="quarter" idx="20"/>
          </p:nvPr>
        </p:nvSpPr>
        <p:spPr>
          <a:xfrm>
            <a:off x="458788" y="1447800"/>
            <a:ext cx="11271250" cy="4516438"/>
          </a:xfrm>
          <a:prstGeom prst="rect">
            <a:avLst/>
          </a:prstGeom>
        </p:spPr>
        <p:txBody>
          <a:bodyPr tIns="1554480"/>
          <a:lstStyle>
            <a:lvl1pPr algn="ctr" rtl="0">
              <a:defRPr>
                <a:latin typeface="Arial" panose="020B0604020202020204" pitchFamily="34" charset="0"/>
                <a:cs typeface="Arial" panose="020B0604020202020204" pitchFamily="34" charset="0"/>
                <a:sym typeface="Arial" panose="020B0604020202020204" pitchFamily="34" charset="0"/>
              </a:defRPr>
            </a:lvl1pPr>
          </a:lstStyle>
          <a:p>
            <a:r>
              <a:rPr lang="en-GB"/>
              <a:t>Click icon to add chart</a:t>
            </a:r>
            <a:endParaRPr lang="en-GB" dirty="0"/>
          </a:p>
        </p:txBody>
      </p:sp>
      <p:cxnSp>
        <p:nvCxnSpPr>
          <p:cNvPr id="11" name="Straight Connector 10">
            <a:extLst>
              <a:ext uri="{FF2B5EF4-FFF2-40B4-BE49-F238E27FC236}">
                <a16:creationId xmlns:a16="http://schemas.microsoft.com/office/drawing/2014/main" id="{D899AC29-95FC-4B05-A33B-356A0BE5C932}"/>
              </a:ext>
            </a:extLst>
          </p:cNvPr>
          <p:cNvCxnSpPr/>
          <p:nvPr/>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12" name="Picture 11" descr="Logo, icon&#10;&#10;Description automatically generated">
            <a:extLst>
              <a:ext uri="{FF2B5EF4-FFF2-40B4-BE49-F238E27FC236}">
                <a16:creationId xmlns:a16="http://schemas.microsoft.com/office/drawing/2014/main" id="{4825961D-5B2B-49D4-B21F-4F5466A1E4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cxnSp>
        <p:nvCxnSpPr>
          <p:cNvPr id="7" name="Straight Connector 6">
            <a:extLst>
              <a:ext uri="{FF2B5EF4-FFF2-40B4-BE49-F238E27FC236}">
                <a16:creationId xmlns:a16="http://schemas.microsoft.com/office/drawing/2014/main" id="{BA19AD6E-D32E-427E-BC92-D608AD0645B4}"/>
              </a:ext>
            </a:extLst>
          </p:cNvPr>
          <p:cNvCxnSpPr/>
          <p:nvPr userDrawn="1"/>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8" name="Picture 7" descr="Logo, icon&#10;&#10;Description automatically generated">
            <a:extLst>
              <a:ext uri="{FF2B5EF4-FFF2-40B4-BE49-F238E27FC236}">
                <a16:creationId xmlns:a16="http://schemas.microsoft.com/office/drawing/2014/main" id="{04D8236D-2D7B-4241-B7A7-B755FC4875F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spTree>
    <p:extLst>
      <p:ext uri="{BB962C8B-B14F-4D97-AF65-F5344CB8AC3E}">
        <p14:creationId xmlns:p14="http://schemas.microsoft.com/office/powerpoint/2010/main" val="33832840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1 large chart + subtitle">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0A72CA9-22D2-41D8-AE0E-FF4C65DAB33A}"/>
              </a:ext>
            </a:extLst>
          </p:cNvPr>
          <p:cNvGraphicFramePr>
            <a:graphicFrameLocks noChangeAspect="1"/>
          </p:cNvGraphicFramePr>
          <p:nvPr userDrawn="1">
            <p:custDataLst>
              <p:tags r:id="rId1"/>
            </p:custDataLst>
            <p:extLst>
              <p:ext uri="{D42A27DB-BD31-4B8C-83A1-F6EECF244321}">
                <p14:modId xmlns:p14="http://schemas.microsoft.com/office/powerpoint/2010/main" val="36432076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4" name="Object 3" hidden="1">
                        <a:extLst>
                          <a:ext uri="{FF2B5EF4-FFF2-40B4-BE49-F238E27FC236}">
                            <a16:creationId xmlns:a16="http://schemas.microsoft.com/office/drawing/2014/main" id="{C0A72CA9-22D2-41D8-AE0E-FF4C65DAB3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658BF3D9-3EA6-E140-9223-F3BED55015AE}"/>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15" name="Chart Placeholder 14">
            <a:extLst>
              <a:ext uri="{FF2B5EF4-FFF2-40B4-BE49-F238E27FC236}">
                <a16:creationId xmlns:a16="http://schemas.microsoft.com/office/drawing/2014/main" id="{554564EE-8019-AC47-8E4A-8608D9E434F9}"/>
              </a:ext>
            </a:extLst>
          </p:cNvPr>
          <p:cNvSpPr>
            <a:spLocks noGrp="1"/>
          </p:cNvSpPr>
          <p:nvPr>
            <p:ph type="chart" sz="quarter" idx="20"/>
          </p:nvPr>
        </p:nvSpPr>
        <p:spPr>
          <a:xfrm>
            <a:off x="458788" y="1982709"/>
            <a:ext cx="11271250" cy="3981528"/>
          </a:xfrm>
          <a:prstGeom prst="rect">
            <a:avLst/>
          </a:prstGeom>
        </p:spPr>
        <p:txBody>
          <a:bodyPr tIns="1554480"/>
          <a:lstStyle>
            <a:lvl1pPr algn="ctr" rtl="0">
              <a:defRPr>
                <a:latin typeface="Arial" panose="020B0604020202020204" pitchFamily="34" charset="0"/>
                <a:cs typeface="Arial" panose="020B0604020202020204" pitchFamily="34" charset="0"/>
                <a:sym typeface="Arial" panose="020B0604020202020204" pitchFamily="34" charset="0"/>
              </a:defRPr>
            </a:lvl1pPr>
          </a:lstStyle>
          <a:p>
            <a:r>
              <a:rPr lang="en-GB"/>
              <a:t>Click icon to add chart</a:t>
            </a:r>
            <a:endParaRPr lang="en-GB" dirty="0"/>
          </a:p>
        </p:txBody>
      </p:sp>
      <p:cxnSp>
        <p:nvCxnSpPr>
          <p:cNvPr id="11" name="Straight Connector 10">
            <a:extLst>
              <a:ext uri="{FF2B5EF4-FFF2-40B4-BE49-F238E27FC236}">
                <a16:creationId xmlns:a16="http://schemas.microsoft.com/office/drawing/2014/main" id="{D899AC29-95FC-4B05-A33B-356A0BE5C932}"/>
              </a:ext>
            </a:extLst>
          </p:cNvPr>
          <p:cNvCxnSpPr/>
          <p:nvPr/>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12" name="Picture 11" descr="Logo, icon&#10;&#10;Description automatically generated">
            <a:extLst>
              <a:ext uri="{FF2B5EF4-FFF2-40B4-BE49-F238E27FC236}">
                <a16:creationId xmlns:a16="http://schemas.microsoft.com/office/drawing/2014/main" id="{4825961D-5B2B-49D4-B21F-4F5466A1E4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cxnSp>
        <p:nvCxnSpPr>
          <p:cNvPr id="7" name="Straight Connector 6">
            <a:extLst>
              <a:ext uri="{FF2B5EF4-FFF2-40B4-BE49-F238E27FC236}">
                <a16:creationId xmlns:a16="http://schemas.microsoft.com/office/drawing/2014/main" id="{BA19AD6E-D32E-427E-BC92-D608AD0645B4}"/>
              </a:ext>
            </a:extLst>
          </p:cNvPr>
          <p:cNvCxnSpPr/>
          <p:nvPr userDrawn="1"/>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8" name="Picture 7" descr="Logo, icon&#10;&#10;Description automatically generated">
            <a:extLst>
              <a:ext uri="{FF2B5EF4-FFF2-40B4-BE49-F238E27FC236}">
                <a16:creationId xmlns:a16="http://schemas.microsoft.com/office/drawing/2014/main" id="{04D8236D-2D7B-4241-B7A7-B755FC4875F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sp>
        <p:nvSpPr>
          <p:cNvPr id="13" name="Text Placeholder 2">
            <a:extLst>
              <a:ext uri="{FF2B5EF4-FFF2-40B4-BE49-F238E27FC236}">
                <a16:creationId xmlns:a16="http://schemas.microsoft.com/office/drawing/2014/main" id="{457A4883-103A-41FA-B6A6-BA8A0A280CB2}"/>
              </a:ext>
            </a:extLst>
          </p:cNvPr>
          <p:cNvSpPr>
            <a:spLocks noGrp="1"/>
          </p:cNvSpPr>
          <p:nvPr>
            <p:ph type="body" sz="quarter" idx="39" hasCustomPrompt="1"/>
          </p:nvPr>
        </p:nvSpPr>
        <p:spPr>
          <a:xfrm>
            <a:off x="458788" y="1447800"/>
            <a:ext cx="11264900" cy="371475"/>
          </a:xfrm>
        </p:spPr>
        <p:txBody>
          <a:bodyPr anchor="ctr"/>
          <a:lstStyle>
            <a:lvl1pPr marL="0" indent="0" rtl="0">
              <a:buNone/>
              <a:defRPr b="1">
                <a:latin typeface="Arial" panose="020B0604020202020204" pitchFamily="34" charset="0"/>
                <a:cs typeface="Arial" panose="020B0604020202020204" pitchFamily="34" charset="0"/>
                <a:sym typeface="Arial" panose="020B0604020202020204" pitchFamily="34" charset="0"/>
              </a:defRPr>
            </a:lvl1pPr>
          </a:lstStyle>
          <a:p>
            <a:pPr lvl="0"/>
            <a:r>
              <a:rPr lang="en-GB" b="1"/>
              <a:t>Subtitle – one line only</a:t>
            </a:r>
            <a:endParaRPr lang="en-GB" dirty="0"/>
          </a:p>
        </p:txBody>
      </p:sp>
    </p:spTree>
    <p:extLst>
      <p:ext uri="{BB962C8B-B14F-4D97-AF65-F5344CB8AC3E}">
        <p14:creationId xmlns:p14="http://schemas.microsoft.com/office/powerpoint/2010/main" val="17358852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ordslide">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8A0E63C4-3ACD-4CF2-B4E4-23B1919E5331}"/>
              </a:ext>
            </a:extLst>
          </p:cNvPr>
          <p:cNvGraphicFramePr>
            <a:graphicFrameLocks noChangeAspect="1"/>
          </p:cNvGraphicFramePr>
          <p:nvPr userDrawn="1">
            <p:custDataLst>
              <p:tags r:id="rId1"/>
            </p:custDataLst>
            <p:extLst>
              <p:ext uri="{D42A27DB-BD31-4B8C-83A1-F6EECF244321}">
                <p14:modId xmlns:p14="http://schemas.microsoft.com/office/powerpoint/2010/main" val="22877993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6" name="Object 5" hidden="1">
                        <a:extLst>
                          <a:ext uri="{FF2B5EF4-FFF2-40B4-BE49-F238E27FC236}">
                            <a16:creationId xmlns:a16="http://schemas.microsoft.com/office/drawing/2014/main" id="{8A0E63C4-3ACD-4CF2-B4E4-23B1919E53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1413E5-722F-45D8-9451-7F7013CCB684}"/>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3" name="Content Placeholder 8">
            <a:extLst>
              <a:ext uri="{FF2B5EF4-FFF2-40B4-BE49-F238E27FC236}">
                <a16:creationId xmlns:a16="http://schemas.microsoft.com/office/drawing/2014/main" id="{5F4EF052-813B-4FF1-BB87-C82B068A6A10}"/>
              </a:ext>
            </a:extLst>
          </p:cNvPr>
          <p:cNvSpPr>
            <a:spLocks noGrp="1"/>
          </p:cNvSpPr>
          <p:nvPr>
            <p:ph sz="quarter" idx="16"/>
          </p:nvPr>
        </p:nvSpPr>
        <p:spPr>
          <a:xfrm>
            <a:off x="461963" y="1447800"/>
            <a:ext cx="11264899" cy="4518026"/>
          </a:xfrm>
          <a:prstGeom prst="rect">
            <a:avLst/>
          </a:prstGeom>
        </p:spPr>
        <p:txBody>
          <a:bodyPr rIns="0"/>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Tree>
    <p:extLst>
      <p:ext uri="{BB962C8B-B14F-4D97-AF65-F5344CB8AC3E}">
        <p14:creationId xmlns:p14="http://schemas.microsoft.com/office/powerpoint/2010/main" val="2639610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1 large table ">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3C3E56C-6F91-4BD0-B0B3-A960DB597F3A}"/>
              </a:ext>
            </a:extLst>
          </p:cNvPr>
          <p:cNvGraphicFramePr>
            <a:graphicFrameLocks noChangeAspect="1"/>
          </p:cNvGraphicFramePr>
          <p:nvPr userDrawn="1">
            <p:custDataLst>
              <p:tags r:id="rId1"/>
            </p:custDataLst>
            <p:extLst>
              <p:ext uri="{D42A27DB-BD31-4B8C-83A1-F6EECF244321}">
                <p14:modId xmlns:p14="http://schemas.microsoft.com/office/powerpoint/2010/main" val="2326123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4" name="Object 3" hidden="1">
                        <a:extLst>
                          <a:ext uri="{FF2B5EF4-FFF2-40B4-BE49-F238E27FC236}">
                            <a16:creationId xmlns:a16="http://schemas.microsoft.com/office/drawing/2014/main" id="{13C3E56C-6F91-4BD0-B0B3-A960DB597F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658BF3D9-3EA6-E140-9223-F3BED55015AE}"/>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10" name="Table Placeholder 3">
            <a:extLst>
              <a:ext uri="{FF2B5EF4-FFF2-40B4-BE49-F238E27FC236}">
                <a16:creationId xmlns:a16="http://schemas.microsoft.com/office/drawing/2014/main" id="{2BEDB04F-0598-AF40-9AB0-2CECDA036EF3}"/>
              </a:ext>
            </a:extLst>
          </p:cNvPr>
          <p:cNvSpPr>
            <a:spLocks noGrp="1"/>
          </p:cNvSpPr>
          <p:nvPr>
            <p:ph type="tbl" sz="quarter" idx="20"/>
          </p:nvPr>
        </p:nvSpPr>
        <p:spPr>
          <a:xfrm>
            <a:off x="465138" y="1447800"/>
            <a:ext cx="11264900" cy="4516437"/>
          </a:xfrm>
          <a:prstGeom prst="rect">
            <a:avLst/>
          </a:prstGeom>
        </p:spPr>
        <p:txBody>
          <a:bodyPr tIns="1737360"/>
          <a:lstStyle>
            <a:lvl1pPr algn="ctr" rtl="0">
              <a:defRPr>
                <a:latin typeface="Arial" panose="020B0604020202020204" pitchFamily="34" charset="0"/>
                <a:cs typeface="Arial" panose="020B0604020202020204" pitchFamily="34" charset="0"/>
                <a:sym typeface="Arial" panose="020B0604020202020204" pitchFamily="34" charset="0"/>
              </a:defRPr>
            </a:lvl1pPr>
          </a:lstStyle>
          <a:p>
            <a:r>
              <a:rPr lang="en-GB"/>
              <a:t>Click icon to add table</a:t>
            </a:r>
            <a:endParaRPr lang="en-GB" dirty="0"/>
          </a:p>
        </p:txBody>
      </p:sp>
      <p:cxnSp>
        <p:nvCxnSpPr>
          <p:cNvPr id="12" name="Straight Connector 11">
            <a:extLst>
              <a:ext uri="{FF2B5EF4-FFF2-40B4-BE49-F238E27FC236}">
                <a16:creationId xmlns:a16="http://schemas.microsoft.com/office/drawing/2014/main" id="{D3C26CE5-3C8A-43FF-B34E-18A339368932}"/>
              </a:ext>
            </a:extLst>
          </p:cNvPr>
          <p:cNvCxnSpPr/>
          <p:nvPr/>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15" name="Picture 14" descr="Logo, icon&#10;&#10;Description automatically generated">
            <a:extLst>
              <a:ext uri="{FF2B5EF4-FFF2-40B4-BE49-F238E27FC236}">
                <a16:creationId xmlns:a16="http://schemas.microsoft.com/office/drawing/2014/main" id="{317DB9E1-DF8B-4844-A91B-9822DD1B18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cxnSp>
        <p:nvCxnSpPr>
          <p:cNvPr id="7" name="Straight Connector 6">
            <a:extLst>
              <a:ext uri="{FF2B5EF4-FFF2-40B4-BE49-F238E27FC236}">
                <a16:creationId xmlns:a16="http://schemas.microsoft.com/office/drawing/2014/main" id="{28C8B04F-F51A-4F6F-9168-2DC2C4A03287}"/>
              </a:ext>
            </a:extLst>
          </p:cNvPr>
          <p:cNvCxnSpPr/>
          <p:nvPr userDrawn="1"/>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8" name="Picture 7" descr="Logo, icon&#10;&#10;Description automatically generated">
            <a:extLst>
              <a:ext uri="{FF2B5EF4-FFF2-40B4-BE49-F238E27FC236}">
                <a16:creationId xmlns:a16="http://schemas.microsoft.com/office/drawing/2014/main" id="{F1685837-CF34-467E-A2B7-065413E32A6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spTree>
    <p:extLst>
      <p:ext uri="{BB962C8B-B14F-4D97-AF65-F5344CB8AC3E}">
        <p14:creationId xmlns:p14="http://schemas.microsoft.com/office/powerpoint/2010/main" val="2155809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1 table + subtitle">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31B4805-F1E2-42A7-91A1-B79FD89A2ADC}"/>
              </a:ext>
            </a:extLst>
          </p:cNvPr>
          <p:cNvGraphicFramePr>
            <a:graphicFrameLocks noChangeAspect="1"/>
          </p:cNvGraphicFramePr>
          <p:nvPr userDrawn="1">
            <p:custDataLst>
              <p:tags r:id="rId1"/>
            </p:custDataLst>
            <p:extLst>
              <p:ext uri="{D42A27DB-BD31-4B8C-83A1-F6EECF244321}">
                <p14:modId xmlns:p14="http://schemas.microsoft.com/office/powerpoint/2010/main" val="35381271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4" name="Object 3" hidden="1">
                        <a:extLst>
                          <a:ext uri="{FF2B5EF4-FFF2-40B4-BE49-F238E27FC236}">
                            <a16:creationId xmlns:a16="http://schemas.microsoft.com/office/drawing/2014/main" id="{831B4805-F1E2-42A7-91A1-B79FD89A2AD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658BF3D9-3EA6-E140-9223-F3BED55015AE}"/>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10" name="Table Placeholder 3">
            <a:extLst>
              <a:ext uri="{FF2B5EF4-FFF2-40B4-BE49-F238E27FC236}">
                <a16:creationId xmlns:a16="http://schemas.microsoft.com/office/drawing/2014/main" id="{2BEDB04F-0598-AF40-9AB0-2CECDA036EF3}"/>
              </a:ext>
            </a:extLst>
          </p:cNvPr>
          <p:cNvSpPr>
            <a:spLocks noGrp="1"/>
          </p:cNvSpPr>
          <p:nvPr>
            <p:ph type="tbl" sz="quarter" idx="20"/>
          </p:nvPr>
        </p:nvSpPr>
        <p:spPr>
          <a:xfrm>
            <a:off x="465138" y="1976582"/>
            <a:ext cx="11264900" cy="3987655"/>
          </a:xfrm>
          <a:prstGeom prst="rect">
            <a:avLst/>
          </a:prstGeom>
        </p:spPr>
        <p:txBody>
          <a:bodyPr tIns="1737360"/>
          <a:lstStyle>
            <a:lvl1pPr algn="ctr" rtl="0">
              <a:defRPr>
                <a:latin typeface="Arial" panose="020B0604020202020204" pitchFamily="34" charset="0"/>
                <a:cs typeface="Arial" panose="020B0604020202020204" pitchFamily="34" charset="0"/>
                <a:sym typeface="Arial" panose="020B0604020202020204" pitchFamily="34" charset="0"/>
              </a:defRPr>
            </a:lvl1pPr>
          </a:lstStyle>
          <a:p>
            <a:r>
              <a:rPr lang="en-GB"/>
              <a:t>Click icon to add table</a:t>
            </a:r>
            <a:endParaRPr lang="en-GB" dirty="0"/>
          </a:p>
        </p:txBody>
      </p:sp>
      <p:cxnSp>
        <p:nvCxnSpPr>
          <p:cNvPr id="12" name="Straight Connector 11">
            <a:extLst>
              <a:ext uri="{FF2B5EF4-FFF2-40B4-BE49-F238E27FC236}">
                <a16:creationId xmlns:a16="http://schemas.microsoft.com/office/drawing/2014/main" id="{D3C26CE5-3C8A-43FF-B34E-18A339368932}"/>
              </a:ext>
            </a:extLst>
          </p:cNvPr>
          <p:cNvCxnSpPr/>
          <p:nvPr/>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15" name="Picture 14" descr="Logo, icon&#10;&#10;Description automatically generated">
            <a:extLst>
              <a:ext uri="{FF2B5EF4-FFF2-40B4-BE49-F238E27FC236}">
                <a16:creationId xmlns:a16="http://schemas.microsoft.com/office/drawing/2014/main" id="{317DB9E1-DF8B-4844-A91B-9822DD1B18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cxnSp>
        <p:nvCxnSpPr>
          <p:cNvPr id="7" name="Straight Connector 6">
            <a:extLst>
              <a:ext uri="{FF2B5EF4-FFF2-40B4-BE49-F238E27FC236}">
                <a16:creationId xmlns:a16="http://schemas.microsoft.com/office/drawing/2014/main" id="{28C8B04F-F51A-4F6F-9168-2DC2C4A03287}"/>
              </a:ext>
            </a:extLst>
          </p:cNvPr>
          <p:cNvCxnSpPr/>
          <p:nvPr userDrawn="1"/>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8" name="Picture 7" descr="Logo, icon&#10;&#10;Description automatically generated">
            <a:extLst>
              <a:ext uri="{FF2B5EF4-FFF2-40B4-BE49-F238E27FC236}">
                <a16:creationId xmlns:a16="http://schemas.microsoft.com/office/drawing/2014/main" id="{F1685837-CF34-467E-A2B7-065413E32A6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sp>
        <p:nvSpPr>
          <p:cNvPr id="13" name="Text Placeholder 2">
            <a:extLst>
              <a:ext uri="{FF2B5EF4-FFF2-40B4-BE49-F238E27FC236}">
                <a16:creationId xmlns:a16="http://schemas.microsoft.com/office/drawing/2014/main" id="{CF2D517D-7585-4D5E-8CAC-8E3636025F53}"/>
              </a:ext>
            </a:extLst>
          </p:cNvPr>
          <p:cNvSpPr>
            <a:spLocks noGrp="1"/>
          </p:cNvSpPr>
          <p:nvPr>
            <p:ph type="body" sz="quarter" idx="39" hasCustomPrompt="1"/>
          </p:nvPr>
        </p:nvSpPr>
        <p:spPr>
          <a:xfrm>
            <a:off x="458788" y="1447800"/>
            <a:ext cx="11264900" cy="371475"/>
          </a:xfrm>
        </p:spPr>
        <p:txBody>
          <a:bodyPr anchor="ctr"/>
          <a:lstStyle>
            <a:lvl1pPr marL="0" indent="0" rtl="0">
              <a:buNone/>
              <a:defRPr b="1">
                <a:latin typeface="Arial" panose="020B0604020202020204" pitchFamily="34" charset="0"/>
                <a:cs typeface="Arial" panose="020B0604020202020204" pitchFamily="34" charset="0"/>
                <a:sym typeface="Arial" panose="020B0604020202020204" pitchFamily="34" charset="0"/>
              </a:defRPr>
            </a:lvl1pPr>
          </a:lstStyle>
          <a:p>
            <a:pPr lvl="0"/>
            <a:r>
              <a:rPr lang="en-GB" b="1"/>
              <a:t>Subtitle – one line only</a:t>
            </a:r>
            <a:endParaRPr lang="en-GB" dirty="0"/>
          </a:p>
        </p:txBody>
      </p:sp>
    </p:spTree>
    <p:extLst>
      <p:ext uri="{BB962C8B-B14F-4D97-AF65-F5344CB8AC3E}">
        <p14:creationId xmlns:p14="http://schemas.microsoft.com/office/powerpoint/2010/main" val="3303601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 full image">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33366ED-307B-42F1-B67A-7664855B48CF}"/>
              </a:ext>
            </a:extLst>
          </p:cNvPr>
          <p:cNvGraphicFramePr>
            <a:graphicFrameLocks noChangeAspect="1"/>
          </p:cNvGraphicFramePr>
          <p:nvPr userDrawn="1">
            <p:custDataLst>
              <p:tags r:id="rId1"/>
            </p:custDataLst>
            <p:extLst>
              <p:ext uri="{D42A27DB-BD31-4B8C-83A1-F6EECF244321}">
                <p14:modId xmlns:p14="http://schemas.microsoft.com/office/powerpoint/2010/main" val="22376737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5" name="Object 4" hidden="1">
                        <a:extLst>
                          <a:ext uri="{FF2B5EF4-FFF2-40B4-BE49-F238E27FC236}">
                            <a16:creationId xmlns:a16="http://schemas.microsoft.com/office/drawing/2014/main" id="{F33366ED-307B-42F1-B67A-7664855B48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p:nvPr>
        </p:nvSpPr>
        <p:spPr>
          <a:xfrm>
            <a:off x="0" y="1043710"/>
            <a:ext cx="12192000" cy="4922116"/>
          </a:xfrm>
          <a:prstGeom prst="rect">
            <a:avLst/>
          </a:prstGeom>
          <a:solidFill>
            <a:schemeClr val="bg1">
              <a:lumMod val="75000"/>
            </a:schemeClr>
          </a:solidFill>
        </p:spPr>
        <p:txBody>
          <a:bodyPr tIns="1737360"/>
          <a:lstStyle>
            <a:lvl1pPr algn="ctr" rtl="0">
              <a:defRPr>
                <a:solidFill>
                  <a:schemeClr val="bg1"/>
                </a:solidFill>
                <a:latin typeface="Arial" panose="020B0604020202020204" pitchFamily="34" charset="0"/>
                <a:cs typeface="Arial" panose="020B0604020202020204" pitchFamily="34" charset="0"/>
                <a:sym typeface="Arial" panose="020B0604020202020204" pitchFamily="34" charset="0"/>
              </a:defRPr>
            </a:lvl1pPr>
          </a:lstStyle>
          <a:p>
            <a:r>
              <a:rPr lang="en-GB"/>
              <a:t>Click icon to add picture</a:t>
            </a:r>
            <a:endParaRPr lang="en-GB" dirty="0"/>
          </a:p>
        </p:txBody>
      </p:sp>
      <p:sp>
        <p:nvSpPr>
          <p:cNvPr id="3" name="Title 2">
            <a:extLst>
              <a:ext uri="{FF2B5EF4-FFF2-40B4-BE49-F238E27FC236}">
                <a16:creationId xmlns:a16="http://schemas.microsoft.com/office/drawing/2014/main" id="{4164BE0C-7761-EA45-935B-1DF3219B92BC}"/>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cxnSp>
        <p:nvCxnSpPr>
          <p:cNvPr id="13" name="Straight Connector 12">
            <a:extLst>
              <a:ext uri="{FF2B5EF4-FFF2-40B4-BE49-F238E27FC236}">
                <a16:creationId xmlns:a16="http://schemas.microsoft.com/office/drawing/2014/main" id="{401CE94D-BBD4-4CDE-8243-6A64AE636797}"/>
              </a:ext>
            </a:extLst>
          </p:cNvPr>
          <p:cNvCxnSpPr/>
          <p:nvPr/>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14" name="Picture 13" descr="Logo, icon&#10;&#10;Description automatically generated">
            <a:extLst>
              <a:ext uri="{FF2B5EF4-FFF2-40B4-BE49-F238E27FC236}">
                <a16:creationId xmlns:a16="http://schemas.microsoft.com/office/drawing/2014/main" id="{9964181B-4D27-4201-BD10-A6D262E367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cxnSp>
        <p:nvCxnSpPr>
          <p:cNvPr id="7" name="Straight Connector 6">
            <a:extLst>
              <a:ext uri="{FF2B5EF4-FFF2-40B4-BE49-F238E27FC236}">
                <a16:creationId xmlns:a16="http://schemas.microsoft.com/office/drawing/2014/main" id="{D3D7C3BD-5277-42BE-B3AA-97E93C94FF38}"/>
              </a:ext>
            </a:extLst>
          </p:cNvPr>
          <p:cNvCxnSpPr/>
          <p:nvPr userDrawn="1"/>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pic>
        <p:nvPicPr>
          <p:cNvPr id="8" name="Picture 7" descr="Logo, icon&#10;&#10;Description automatically generated">
            <a:extLst>
              <a:ext uri="{FF2B5EF4-FFF2-40B4-BE49-F238E27FC236}">
                <a16:creationId xmlns:a16="http://schemas.microsoft.com/office/drawing/2014/main" id="{C463E32C-88CA-47C2-BF84-527CD8A5CB6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spTree>
    <p:extLst>
      <p:ext uri="{BB962C8B-B14F-4D97-AF65-F5344CB8AC3E}">
        <p14:creationId xmlns:p14="http://schemas.microsoft.com/office/powerpoint/2010/main" val="5943422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6B2D38F9-9BE9-4856-B42C-ECDC06F2089E}"/>
              </a:ext>
            </a:extLst>
          </p:cNvPr>
          <p:cNvGraphicFramePr>
            <a:graphicFrameLocks noChangeAspect="1"/>
          </p:cNvGraphicFramePr>
          <p:nvPr userDrawn="1">
            <p:custDataLst>
              <p:tags r:id="rId1"/>
            </p:custDataLst>
            <p:extLst>
              <p:ext uri="{D42A27DB-BD31-4B8C-83A1-F6EECF244321}">
                <p14:modId xmlns:p14="http://schemas.microsoft.com/office/powerpoint/2010/main" val="22103917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7" name="Object 6" hidden="1">
                        <a:extLst>
                          <a:ext uri="{FF2B5EF4-FFF2-40B4-BE49-F238E27FC236}">
                            <a16:creationId xmlns:a16="http://schemas.microsoft.com/office/drawing/2014/main" id="{6B2D38F9-9BE9-4856-B42C-ECDC06F2089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1413E5-722F-45D8-9451-7F7013CCB684}"/>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3" name="Content Placeholder 8">
            <a:extLst>
              <a:ext uri="{FF2B5EF4-FFF2-40B4-BE49-F238E27FC236}">
                <a16:creationId xmlns:a16="http://schemas.microsoft.com/office/drawing/2014/main" id="{5F4EF052-813B-4FF1-BB87-C82B068A6A10}"/>
              </a:ext>
            </a:extLst>
          </p:cNvPr>
          <p:cNvSpPr>
            <a:spLocks noGrp="1"/>
          </p:cNvSpPr>
          <p:nvPr>
            <p:ph sz="quarter" idx="16"/>
          </p:nvPr>
        </p:nvSpPr>
        <p:spPr>
          <a:xfrm>
            <a:off x="461964" y="1447800"/>
            <a:ext cx="5104800" cy="4518026"/>
          </a:xfrm>
          <a:prstGeom prst="rect">
            <a:avLst/>
          </a:prstGeom>
        </p:spPr>
        <p:txBody>
          <a:bodyPr rIns="0"/>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4" name="Content Placeholder 8">
            <a:extLst>
              <a:ext uri="{FF2B5EF4-FFF2-40B4-BE49-F238E27FC236}">
                <a16:creationId xmlns:a16="http://schemas.microsoft.com/office/drawing/2014/main" id="{A4C8F908-F8D5-4DE3-A9AD-9EECB3227738}"/>
              </a:ext>
            </a:extLst>
          </p:cNvPr>
          <p:cNvSpPr>
            <a:spLocks noGrp="1"/>
          </p:cNvSpPr>
          <p:nvPr>
            <p:ph sz="quarter" idx="17"/>
          </p:nvPr>
        </p:nvSpPr>
        <p:spPr>
          <a:xfrm>
            <a:off x="6210302" y="1447800"/>
            <a:ext cx="5104800" cy="4518026"/>
          </a:xfrm>
          <a:prstGeom prst="rect">
            <a:avLst/>
          </a:prstGeom>
        </p:spPr>
        <p:txBody>
          <a:bodyPr rIns="0"/>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Tree>
    <p:extLst>
      <p:ext uri="{BB962C8B-B14F-4D97-AF65-F5344CB8AC3E}">
        <p14:creationId xmlns:p14="http://schemas.microsoft.com/office/powerpoint/2010/main" val="42794195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oxes and Bullets">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D4B26694-B0AC-4256-BBB2-7A61EAD1F158}"/>
              </a:ext>
            </a:extLst>
          </p:cNvPr>
          <p:cNvGraphicFramePr>
            <a:graphicFrameLocks noChangeAspect="1"/>
          </p:cNvGraphicFramePr>
          <p:nvPr userDrawn="1">
            <p:custDataLst>
              <p:tags r:id="rId1"/>
            </p:custDataLst>
            <p:extLst>
              <p:ext uri="{D42A27DB-BD31-4B8C-83A1-F6EECF244321}">
                <p14:modId xmlns:p14="http://schemas.microsoft.com/office/powerpoint/2010/main" val="1169450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7" name="Object 6" hidden="1">
                        <a:extLst>
                          <a:ext uri="{FF2B5EF4-FFF2-40B4-BE49-F238E27FC236}">
                            <a16:creationId xmlns:a16="http://schemas.microsoft.com/office/drawing/2014/main" id="{D4B26694-B0AC-4256-BBB2-7A61EAD1F15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96DE322-4109-4672-B587-872E577EBAFC}"/>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4" name="Text Placeholder 3">
            <a:extLst>
              <a:ext uri="{FF2B5EF4-FFF2-40B4-BE49-F238E27FC236}">
                <a16:creationId xmlns:a16="http://schemas.microsoft.com/office/drawing/2014/main" id="{336D018A-F575-4B19-8857-117861780D0F}"/>
              </a:ext>
            </a:extLst>
          </p:cNvPr>
          <p:cNvSpPr>
            <a:spLocks noGrp="1"/>
          </p:cNvSpPr>
          <p:nvPr>
            <p:ph type="body" sz="quarter" idx="10"/>
          </p:nvPr>
        </p:nvSpPr>
        <p:spPr>
          <a:xfrm>
            <a:off x="465138" y="1447800"/>
            <a:ext cx="2330450" cy="237309"/>
          </a:xfrm>
        </p:spPr>
        <p:txBody>
          <a:bodyPr/>
          <a:lstStyle>
            <a:lvl1pPr marL="0" indent="0" rtl="0">
              <a:buNone/>
              <a:defRPr b="1">
                <a:latin typeface="Arial" panose="020B0604020202020204" pitchFamily="34" charset="0"/>
                <a:cs typeface="Arial" panose="020B0604020202020204" pitchFamily="34" charset="0"/>
                <a:sym typeface="Arial" panose="020B0604020202020204" pitchFamily="34" charset="0"/>
              </a:defRPr>
            </a:lvl1pPr>
          </a:lstStyle>
          <a:p>
            <a:pPr lvl="0"/>
            <a:endParaRPr lang="en-GB" dirty="0"/>
          </a:p>
        </p:txBody>
      </p:sp>
      <p:sp>
        <p:nvSpPr>
          <p:cNvPr id="6" name="Text Placeholder 5">
            <a:extLst>
              <a:ext uri="{FF2B5EF4-FFF2-40B4-BE49-F238E27FC236}">
                <a16:creationId xmlns:a16="http://schemas.microsoft.com/office/drawing/2014/main" id="{31E77C9D-D8FA-431A-8861-9C9F97453445}"/>
              </a:ext>
            </a:extLst>
          </p:cNvPr>
          <p:cNvSpPr>
            <a:spLocks noGrp="1"/>
          </p:cNvSpPr>
          <p:nvPr>
            <p:ph type="body" sz="quarter" idx="11"/>
          </p:nvPr>
        </p:nvSpPr>
        <p:spPr>
          <a:xfrm>
            <a:off x="3021013" y="1447799"/>
            <a:ext cx="8709025" cy="1386841"/>
          </a:xfrm>
        </p:spPr>
        <p:txBody>
          <a:bodyPr/>
          <a:lstStyle>
            <a:lvl1pPr rtl="0">
              <a:defRPr baseline="0">
                <a:latin typeface="Arial" panose="020B0604020202020204" pitchFamily="34" charset="0"/>
                <a:cs typeface="Arial" panose="020B0604020202020204" pitchFamily="34" charset="0"/>
                <a:sym typeface="Arial" panose="020B0604020202020204" pitchFamily="34" charset="0"/>
              </a:defRPr>
            </a:lvl1pPr>
            <a:lvl2pPr marL="630000" indent="-270000">
              <a:spcAft>
                <a:spcPts val="600"/>
              </a:spcAft>
              <a:buFont typeface="Arial" panose="020B0604020202020204" pitchFamily="34" charset="0"/>
              <a:buChar char="-"/>
              <a:defRPr/>
            </a:lvl2pPr>
            <a:lvl3pPr marL="990000" indent="-270000">
              <a:spcAft>
                <a:spcPts val="600"/>
              </a:spcAft>
              <a:buFont typeface="Arial" panose="020B0604020202020204" pitchFamily="34" charset="0"/>
              <a:buChar char="•"/>
              <a:defRPr/>
            </a:lvl3pPr>
          </a:lstStyle>
          <a:p>
            <a:pPr lvl="0"/>
            <a:endParaRPr lang="en-GB" dirty="0"/>
          </a:p>
        </p:txBody>
      </p:sp>
      <p:sp>
        <p:nvSpPr>
          <p:cNvPr id="15" name="Text Placeholder 3">
            <a:extLst>
              <a:ext uri="{FF2B5EF4-FFF2-40B4-BE49-F238E27FC236}">
                <a16:creationId xmlns:a16="http://schemas.microsoft.com/office/drawing/2014/main" id="{51869608-0A6F-4463-998E-8AC7A19C5AED}"/>
              </a:ext>
            </a:extLst>
          </p:cNvPr>
          <p:cNvSpPr>
            <a:spLocks noGrp="1"/>
          </p:cNvSpPr>
          <p:nvPr>
            <p:ph type="body" sz="quarter" idx="12"/>
          </p:nvPr>
        </p:nvSpPr>
        <p:spPr>
          <a:xfrm>
            <a:off x="465138" y="4577398"/>
            <a:ext cx="2330450" cy="237309"/>
          </a:xfrm>
        </p:spPr>
        <p:txBody>
          <a:bodyPr/>
          <a:lstStyle>
            <a:lvl1pPr marL="0" indent="0" rtl="0">
              <a:buNone/>
              <a:defRPr b="1">
                <a:latin typeface="Arial" panose="020B0604020202020204" pitchFamily="34" charset="0"/>
                <a:cs typeface="Arial" panose="020B0604020202020204" pitchFamily="34" charset="0"/>
                <a:sym typeface="Arial" panose="020B0604020202020204" pitchFamily="34" charset="0"/>
              </a:defRPr>
            </a:lvl1pPr>
          </a:lstStyle>
          <a:p>
            <a:pPr lvl="0"/>
            <a:endParaRPr lang="en-GB" dirty="0"/>
          </a:p>
        </p:txBody>
      </p:sp>
      <p:sp>
        <p:nvSpPr>
          <p:cNvPr id="16" name="Text Placeholder 5">
            <a:extLst>
              <a:ext uri="{FF2B5EF4-FFF2-40B4-BE49-F238E27FC236}">
                <a16:creationId xmlns:a16="http://schemas.microsoft.com/office/drawing/2014/main" id="{C4A4DDD4-DFC1-4324-8895-31CAE189F7F1}"/>
              </a:ext>
            </a:extLst>
          </p:cNvPr>
          <p:cNvSpPr>
            <a:spLocks noGrp="1"/>
          </p:cNvSpPr>
          <p:nvPr>
            <p:ph type="body" sz="quarter" idx="13"/>
          </p:nvPr>
        </p:nvSpPr>
        <p:spPr>
          <a:xfrm>
            <a:off x="3021013" y="4577397"/>
            <a:ext cx="8709025" cy="1386841"/>
          </a:xfr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3pPr marL="990000" indent="-270000">
              <a:buFont typeface="Arial" panose="020B0604020202020204" pitchFamily="34" charset="0"/>
              <a:buChar char="•"/>
              <a:defRPr/>
            </a:lvl3pPr>
          </a:lstStyle>
          <a:p>
            <a:pPr lvl="0"/>
            <a:endParaRPr lang="en-GB" dirty="0"/>
          </a:p>
        </p:txBody>
      </p:sp>
      <p:sp>
        <p:nvSpPr>
          <p:cNvPr id="17" name="Text Placeholder 3">
            <a:extLst>
              <a:ext uri="{FF2B5EF4-FFF2-40B4-BE49-F238E27FC236}">
                <a16:creationId xmlns:a16="http://schemas.microsoft.com/office/drawing/2014/main" id="{52742F5C-A32E-4559-B6F2-74CC906BC1EF}"/>
              </a:ext>
            </a:extLst>
          </p:cNvPr>
          <p:cNvSpPr>
            <a:spLocks noGrp="1"/>
          </p:cNvSpPr>
          <p:nvPr>
            <p:ph type="body" sz="quarter" idx="14"/>
          </p:nvPr>
        </p:nvSpPr>
        <p:spPr>
          <a:xfrm>
            <a:off x="465138" y="3012598"/>
            <a:ext cx="2330450" cy="237309"/>
          </a:xfrm>
        </p:spPr>
        <p:txBody>
          <a:bodyPr/>
          <a:lstStyle>
            <a:lvl1pPr marL="0" indent="0" rtl="0">
              <a:buNone/>
              <a:defRPr b="1">
                <a:latin typeface="Arial" panose="020B0604020202020204" pitchFamily="34" charset="0"/>
                <a:cs typeface="Arial" panose="020B0604020202020204" pitchFamily="34" charset="0"/>
                <a:sym typeface="Arial" panose="020B0604020202020204" pitchFamily="34" charset="0"/>
              </a:defRPr>
            </a:lvl1pPr>
          </a:lstStyle>
          <a:p>
            <a:pPr lvl="0"/>
            <a:endParaRPr lang="en-GB" dirty="0"/>
          </a:p>
        </p:txBody>
      </p:sp>
      <p:sp>
        <p:nvSpPr>
          <p:cNvPr id="18" name="Text Placeholder 5">
            <a:extLst>
              <a:ext uri="{FF2B5EF4-FFF2-40B4-BE49-F238E27FC236}">
                <a16:creationId xmlns:a16="http://schemas.microsoft.com/office/drawing/2014/main" id="{46F19CEB-21E9-49D7-B8BA-F242C4562A7B}"/>
              </a:ext>
            </a:extLst>
          </p:cNvPr>
          <p:cNvSpPr>
            <a:spLocks noGrp="1"/>
          </p:cNvSpPr>
          <p:nvPr>
            <p:ph type="body" sz="quarter" idx="15"/>
          </p:nvPr>
        </p:nvSpPr>
        <p:spPr>
          <a:xfrm>
            <a:off x="3021013" y="3012597"/>
            <a:ext cx="8709025" cy="1386841"/>
          </a:xfr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3pPr marL="990000" indent="-270000">
              <a:buFont typeface="Arial" panose="020B0604020202020204" pitchFamily="34" charset="0"/>
              <a:buChar char="•"/>
              <a:defRPr/>
            </a:lvl3pPr>
          </a:lstStyle>
          <a:p>
            <a:pPr lvl="0"/>
            <a:endParaRPr lang="en-GB" dirty="0"/>
          </a:p>
        </p:txBody>
      </p:sp>
      <p:cxnSp>
        <p:nvCxnSpPr>
          <p:cNvPr id="9" name="Straight Connector 8">
            <a:extLst>
              <a:ext uri="{FF2B5EF4-FFF2-40B4-BE49-F238E27FC236}">
                <a16:creationId xmlns:a16="http://schemas.microsoft.com/office/drawing/2014/main" id="{C87F7E9D-39AC-494B-9F59-895F7C8BC3EE}"/>
              </a:ext>
            </a:extLst>
          </p:cNvPr>
          <p:cNvCxnSpPr>
            <a:cxnSpLocks/>
          </p:cNvCxnSpPr>
          <p:nvPr userDrawn="1"/>
        </p:nvCxnSpPr>
        <p:spPr>
          <a:xfrm>
            <a:off x="463550" y="2880764"/>
            <a:ext cx="112649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B6E6380-6B33-4CEF-A013-FAA05BBBCF3C}"/>
              </a:ext>
            </a:extLst>
          </p:cNvPr>
          <p:cNvCxnSpPr>
            <a:cxnSpLocks/>
          </p:cNvCxnSpPr>
          <p:nvPr userDrawn="1"/>
        </p:nvCxnSpPr>
        <p:spPr>
          <a:xfrm>
            <a:off x="465138" y="4488989"/>
            <a:ext cx="112649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91028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Text Boxe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A3244BAB-7555-48FF-B5DD-13B32E278622}"/>
              </a:ext>
            </a:extLst>
          </p:cNvPr>
          <p:cNvGraphicFramePr>
            <a:graphicFrameLocks noChangeAspect="1"/>
          </p:cNvGraphicFramePr>
          <p:nvPr userDrawn="1">
            <p:custDataLst>
              <p:tags r:id="rId1"/>
            </p:custDataLst>
            <p:extLst>
              <p:ext uri="{D42A27DB-BD31-4B8C-83A1-F6EECF244321}">
                <p14:modId xmlns:p14="http://schemas.microsoft.com/office/powerpoint/2010/main" val="3904003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9" name="Object 8" hidden="1">
                        <a:extLst>
                          <a:ext uri="{FF2B5EF4-FFF2-40B4-BE49-F238E27FC236}">
                            <a16:creationId xmlns:a16="http://schemas.microsoft.com/office/drawing/2014/main" id="{A3244BAB-7555-48FF-B5DD-13B32E27862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59E52AD-DD5B-4CCF-ACF9-CE7E76BD7F47}"/>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5" name="Text Placeholder 3">
            <a:extLst>
              <a:ext uri="{FF2B5EF4-FFF2-40B4-BE49-F238E27FC236}">
                <a16:creationId xmlns:a16="http://schemas.microsoft.com/office/drawing/2014/main" id="{24FC061B-D3D1-4EB8-9C4F-2D67B270462A}"/>
              </a:ext>
            </a:extLst>
          </p:cNvPr>
          <p:cNvSpPr>
            <a:spLocks noGrp="1"/>
          </p:cNvSpPr>
          <p:nvPr>
            <p:ph type="body" sz="quarter" idx="24"/>
          </p:nvPr>
        </p:nvSpPr>
        <p:spPr>
          <a:xfrm>
            <a:off x="458788" y="1893456"/>
            <a:ext cx="5104800" cy="4072370"/>
          </a:xfrm>
          <a:prstGeom prst="rect">
            <a:avLst/>
          </a:prstGeo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marL="720000" indent="0">
              <a:buNone/>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6" name="Text Placeholder 2">
            <a:extLst>
              <a:ext uri="{FF2B5EF4-FFF2-40B4-BE49-F238E27FC236}">
                <a16:creationId xmlns:a16="http://schemas.microsoft.com/office/drawing/2014/main" id="{95E6B602-94AB-4B83-B3CC-7C35E529F884}"/>
              </a:ext>
            </a:extLst>
          </p:cNvPr>
          <p:cNvSpPr>
            <a:spLocks noGrp="1"/>
          </p:cNvSpPr>
          <p:nvPr>
            <p:ph type="body" sz="quarter" idx="39" hasCustomPrompt="1"/>
          </p:nvPr>
        </p:nvSpPr>
        <p:spPr>
          <a:xfrm>
            <a:off x="458787" y="1447800"/>
            <a:ext cx="5104800" cy="371475"/>
          </a:xfrm>
        </p:spPr>
        <p:txBody>
          <a:bodyPr anchor="b"/>
          <a:lstStyle>
            <a:lvl1pPr marL="0" indent="0" rtl="0">
              <a:buNone/>
              <a:defRPr b="1">
                <a:latin typeface="Arial" panose="020B0604020202020204" pitchFamily="34" charset="0"/>
                <a:cs typeface="Arial" panose="020B0604020202020204" pitchFamily="34" charset="0"/>
                <a:sym typeface="Arial" panose="020B0604020202020204" pitchFamily="34" charset="0"/>
              </a:defRPr>
            </a:lvl1pPr>
          </a:lstStyle>
          <a:p>
            <a:pPr lvl="0"/>
            <a:r>
              <a:rPr lang="en-GB" b="1"/>
              <a:t>Subtitle – one line only</a:t>
            </a:r>
            <a:endParaRPr lang="en-GB" dirty="0"/>
          </a:p>
        </p:txBody>
      </p:sp>
      <p:sp>
        <p:nvSpPr>
          <p:cNvPr id="7" name="Text Placeholder 3">
            <a:extLst>
              <a:ext uri="{FF2B5EF4-FFF2-40B4-BE49-F238E27FC236}">
                <a16:creationId xmlns:a16="http://schemas.microsoft.com/office/drawing/2014/main" id="{C7DCEC4F-9E5C-4DFA-A096-ECB0394100BD}"/>
              </a:ext>
            </a:extLst>
          </p:cNvPr>
          <p:cNvSpPr>
            <a:spLocks noGrp="1"/>
          </p:cNvSpPr>
          <p:nvPr>
            <p:ph type="body" sz="quarter" idx="40"/>
          </p:nvPr>
        </p:nvSpPr>
        <p:spPr>
          <a:xfrm>
            <a:off x="6210301" y="1893456"/>
            <a:ext cx="5104800" cy="4072370"/>
          </a:xfrm>
          <a:prstGeom prst="rect">
            <a:avLst/>
          </a:prstGeo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3"/>
            <a:endParaRPr lang="en-GB" dirty="0"/>
          </a:p>
        </p:txBody>
      </p:sp>
      <p:sp>
        <p:nvSpPr>
          <p:cNvPr id="8" name="Text Placeholder 2">
            <a:extLst>
              <a:ext uri="{FF2B5EF4-FFF2-40B4-BE49-F238E27FC236}">
                <a16:creationId xmlns:a16="http://schemas.microsoft.com/office/drawing/2014/main" id="{11221DAF-DE60-4545-9DF2-9C59F8E14484}"/>
              </a:ext>
            </a:extLst>
          </p:cNvPr>
          <p:cNvSpPr>
            <a:spLocks noGrp="1"/>
          </p:cNvSpPr>
          <p:nvPr>
            <p:ph type="body" sz="quarter" idx="41" hasCustomPrompt="1"/>
          </p:nvPr>
        </p:nvSpPr>
        <p:spPr>
          <a:xfrm>
            <a:off x="6210301" y="1447800"/>
            <a:ext cx="5104800" cy="371475"/>
          </a:xfrm>
        </p:spPr>
        <p:txBody>
          <a:bodyPr anchor="b"/>
          <a:lstStyle>
            <a:lvl1pPr marL="0" indent="0" rtl="0">
              <a:buNone/>
              <a:defRPr b="1">
                <a:latin typeface="Arial" panose="020B0604020202020204" pitchFamily="34" charset="0"/>
                <a:cs typeface="Arial" panose="020B0604020202020204" pitchFamily="34" charset="0"/>
                <a:sym typeface="Arial" panose="020B0604020202020204" pitchFamily="34" charset="0"/>
              </a:defRPr>
            </a:lvl1pPr>
          </a:lstStyle>
          <a:p>
            <a:pPr lvl="0"/>
            <a:r>
              <a:rPr lang="en-GB" b="1"/>
              <a:t>Subtitle – one line only</a:t>
            </a:r>
            <a:endParaRPr lang="en-GB" dirty="0"/>
          </a:p>
        </p:txBody>
      </p:sp>
    </p:spTree>
    <p:extLst>
      <p:ext uri="{BB962C8B-B14F-4D97-AF65-F5344CB8AC3E}">
        <p14:creationId xmlns:p14="http://schemas.microsoft.com/office/powerpoint/2010/main" val="11095404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Text Boxes">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8315C13D-3EE7-4EA1-BFC6-7ABB2608A322}"/>
              </a:ext>
            </a:extLst>
          </p:cNvPr>
          <p:cNvGraphicFramePr>
            <a:graphicFrameLocks noChangeAspect="1"/>
          </p:cNvGraphicFramePr>
          <p:nvPr userDrawn="1">
            <p:custDataLst>
              <p:tags r:id="rId1"/>
            </p:custDataLst>
            <p:extLst>
              <p:ext uri="{D42A27DB-BD31-4B8C-83A1-F6EECF244321}">
                <p14:modId xmlns:p14="http://schemas.microsoft.com/office/powerpoint/2010/main" val="38115557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11" name="Object 10" hidden="1">
                        <a:extLst>
                          <a:ext uri="{FF2B5EF4-FFF2-40B4-BE49-F238E27FC236}">
                            <a16:creationId xmlns:a16="http://schemas.microsoft.com/office/drawing/2014/main" id="{8315C13D-3EE7-4EA1-BFC6-7ABB2608A32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6FF7D2E-84A0-4449-970E-8A62EB6D50B6}"/>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3" name="Text Placeholder 3">
            <a:extLst>
              <a:ext uri="{FF2B5EF4-FFF2-40B4-BE49-F238E27FC236}">
                <a16:creationId xmlns:a16="http://schemas.microsoft.com/office/drawing/2014/main" id="{FC353D06-C4EE-450C-8706-B3668E4E69B7}"/>
              </a:ext>
            </a:extLst>
          </p:cNvPr>
          <p:cNvSpPr>
            <a:spLocks noGrp="1"/>
          </p:cNvSpPr>
          <p:nvPr>
            <p:ph type="body" sz="quarter" idx="24"/>
          </p:nvPr>
        </p:nvSpPr>
        <p:spPr>
          <a:xfrm>
            <a:off x="458787" y="1893456"/>
            <a:ext cx="3605213" cy="4072370"/>
          </a:xfrm>
          <a:prstGeom prst="rect">
            <a:avLst/>
          </a:prstGeo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4" name="Text Placeholder 2">
            <a:extLst>
              <a:ext uri="{FF2B5EF4-FFF2-40B4-BE49-F238E27FC236}">
                <a16:creationId xmlns:a16="http://schemas.microsoft.com/office/drawing/2014/main" id="{4B47EC4C-AB64-4756-A806-FFD670AF0A2D}"/>
              </a:ext>
            </a:extLst>
          </p:cNvPr>
          <p:cNvSpPr>
            <a:spLocks noGrp="1"/>
          </p:cNvSpPr>
          <p:nvPr>
            <p:ph type="body" sz="quarter" idx="39" hasCustomPrompt="1"/>
          </p:nvPr>
        </p:nvSpPr>
        <p:spPr>
          <a:xfrm>
            <a:off x="458787" y="1447800"/>
            <a:ext cx="3605213" cy="371475"/>
          </a:xfrm>
        </p:spPr>
        <p:txBody>
          <a:bodyPr anchor="b"/>
          <a:lstStyle>
            <a:lvl1pPr marL="0" indent="0" rtl="0">
              <a:buNone/>
              <a:defRPr b="1">
                <a:latin typeface="Arial" panose="020B0604020202020204" pitchFamily="34" charset="0"/>
                <a:cs typeface="Arial" panose="020B0604020202020204" pitchFamily="34" charset="0"/>
                <a:sym typeface="Arial" panose="020B0604020202020204" pitchFamily="34" charset="0"/>
              </a:defRPr>
            </a:lvl1pPr>
          </a:lstStyle>
          <a:p>
            <a:pPr lvl="0"/>
            <a:r>
              <a:rPr lang="en-GB" b="1"/>
              <a:t>Subtitle – one line only</a:t>
            </a:r>
            <a:endParaRPr lang="en-GB" dirty="0"/>
          </a:p>
        </p:txBody>
      </p:sp>
      <p:sp>
        <p:nvSpPr>
          <p:cNvPr id="5" name="Text Placeholder 3">
            <a:extLst>
              <a:ext uri="{FF2B5EF4-FFF2-40B4-BE49-F238E27FC236}">
                <a16:creationId xmlns:a16="http://schemas.microsoft.com/office/drawing/2014/main" id="{D4D888FC-BA22-4936-A857-4AAA170980F4}"/>
              </a:ext>
            </a:extLst>
          </p:cNvPr>
          <p:cNvSpPr>
            <a:spLocks noGrp="1"/>
          </p:cNvSpPr>
          <p:nvPr>
            <p:ph type="body" sz="quarter" idx="40"/>
          </p:nvPr>
        </p:nvSpPr>
        <p:spPr>
          <a:xfrm>
            <a:off x="4298950" y="1893456"/>
            <a:ext cx="3605213" cy="4072370"/>
          </a:xfrm>
          <a:prstGeom prst="rect">
            <a:avLst/>
          </a:prstGeo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marL="720000" indent="0">
              <a:buNone/>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6" name="Text Placeholder 2">
            <a:extLst>
              <a:ext uri="{FF2B5EF4-FFF2-40B4-BE49-F238E27FC236}">
                <a16:creationId xmlns:a16="http://schemas.microsoft.com/office/drawing/2014/main" id="{C417ED8A-6F05-404D-AD03-30ED9A138507}"/>
              </a:ext>
            </a:extLst>
          </p:cNvPr>
          <p:cNvSpPr>
            <a:spLocks noGrp="1"/>
          </p:cNvSpPr>
          <p:nvPr>
            <p:ph type="body" sz="quarter" idx="41" hasCustomPrompt="1"/>
          </p:nvPr>
        </p:nvSpPr>
        <p:spPr>
          <a:xfrm>
            <a:off x="4298950" y="1447800"/>
            <a:ext cx="3605213" cy="371475"/>
          </a:xfrm>
        </p:spPr>
        <p:txBody>
          <a:bodyPr anchor="b"/>
          <a:lstStyle>
            <a:lvl1pPr marL="0" indent="0" rtl="0">
              <a:buNone/>
              <a:defRPr b="1">
                <a:latin typeface="Arial" panose="020B0604020202020204" pitchFamily="34" charset="0"/>
                <a:cs typeface="Arial" panose="020B0604020202020204" pitchFamily="34" charset="0"/>
                <a:sym typeface="Arial" panose="020B0604020202020204" pitchFamily="34" charset="0"/>
              </a:defRPr>
            </a:lvl1pPr>
          </a:lstStyle>
          <a:p>
            <a:pPr lvl="0"/>
            <a:r>
              <a:rPr lang="en-GB" b="1"/>
              <a:t>Subtitle – one line only</a:t>
            </a:r>
            <a:endParaRPr lang="en-GB" dirty="0"/>
          </a:p>
        </p:txBody>
      </p:sp>
      <p:sp>
        <p:nvSpPr>
          <p:cNvPr id="7" name="Text Placeholder 3">
            <a:extLst>
              <a:ext uri="{FF2B5EF4-FFF2-40B4-BE49-F238E27FC236}">
                <a16:creationId xmlns:a16="http://schemas.microsoft.com/office/drawing/2014/main" id="{439346E2-1E1C-48D5-84D4-B223A67354FF}"/>
              </a:ext>
            </a:extLst>
          </p:cNvPr>
          <p:cNvSpPr>
            <a:spLocks noGrp="1"/>
          </p:cNvSpPr>
          <p:nvPr>
            <p:ph type="body" sz="quarter" idx="42"/>
          </p:nvPr>
        </p:nvSpPr>
        <p:spPr>
          <a:xfrm>
            <a:off x="8124824" y="1893456"/>
            <a:ext cx="3605213" cy="4072370"/>
          </a:xfrm>
          <a:prstGeom prst="rect">
            <a:avLst/>
          </a:prstGeo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8" name="Text Placeholder 2">
            <a:extLst>
              <a:ext uri="{FF2B5EF4-FFF2-40B4-BE49-F238E27FC236}">
                <a16:creationId xmlns:a16="http://schemas.microsoft.com/office/drawing/2014/main" id="{07DCD3A5-B86E-4CA1-8A72-6C0D1011C3F2}"/>
              </a:ext>
            </a:extLst>
          </p:cNvPr>
          <p:cNvSpPr>
            <a:spLocks noGrp="1"/>
          </p:cNvSpPr>
          <p:nvPr>
            <p:ph type="body" sz="quarter" idx="43" hasCustomPrompt="1"/>
          </p:nvPr>
        </p:nvSpPr>
        <p:spPr>
          <a:xfrm>
            <a:off x="8124824" y="1447800"/>
            <a:ext cx="3605213" cy="371475"/>
          </a:xfrm>
        </p:spPr>
        <p:txBody>
          <a:bodyPr anchor="b"/>
          <a:lstStyle>
            <a:lvl1pPr marL="0" indent="0" rtl="0">
              <a:buNone/>
              <a:defRPr b="1">
                <a:latin typeface="Arial" panose="020B0604020202020204" pitchFamily="34" charset="0"/>
                <a:cs typeface="Arial" panose="020B0604020202020204" pitchFamily="34" charset="0"/>
                <a:sym typeface="Arial" panose="020B0604020202020204" pitchFamily="34" charset="0"/>
              </a:defRPr>
            </a:lvl1pPr>
          </a:lstStyle>
          <a:p>
            <a:pPr lvl="0"/>
            <a:r>
              <a:rPr lang="en-GB" b="1"/>
              <a:t>Subtitle – one line only</a:t>
            </a:r>
            <a:endParaRPr lang="en-GB" dirty="0"/>
          </a:p>
        </p:txBody>
      </p:sp>
    </p:spTree>
    <p:extLst>
      <p:ext uri="{BB962C8B-B14F-4D97-AF65-F5344CB8AC3E}">
        <p14:creationId xmlns:p14="http://schemas.microsoft.com/office/powerpoint/2010/main" val="41617218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Wordslide with Quotes - 2 Panes">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D59238F4-93A5-4D99-A1CF-4B4E4F8B62FD}"/>
              </a:ext>
            </a:extLst>
          </p:cNvPr>
          <p:cNvGraphicFramePr>
            <a:graphicFrameLocks noChangeAspect="1"/>
          </p:cNvGraphicFramePr>
          <p:nvPr userDrawn="1">
            <p:custDataLst>
              <p:tags r:id="rId1"/>
            </p:custDataLst>
            <p:extLst>
              <p:ext uri="{D42A27DB-BD31-4B8C-83A1-F6EECF244321}">
                <p14:modId xmlns:p14="http://schemas.microsoft.com/office/powerpoint/2010/main" val="17767430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6" name="Object 5" hidden="1">
                        <a:extLst>
                          <a:ext uri="{FF2B5EF4-FFF2-40B4-BE49-F238E27FC236}">
                            <a16:creationId xmlns:a16="http://schemas.microsoft.com/office/drawing/2014/main" id="{D59238F4-93A5-4D99-A1CF-4B4E4F8B62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59E52AD-DD5B-4CCF-ACF9-CE7E76BD7F47}"/>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5" name="Text Placeholder 3">
            <a:extLst>
              <a:ext uri="{FF2B5EF4-FFF2-40B4-BE49-F238E27FC236}">
                <a16:creationId xmlns:a16="http://schemas.microsoft.com/office/drawing/2014/main" id="{24FC061B-D3D1-4EB8-9C4F-2D67B270462A}"/>
              </a:ext>
            </a:extLst>
          </p:cNvPr>
          <p:cNvSpPr>
            <a:spLocks noGrp="1"/>
          </p:cNvSpPr>
          <p:nvPr>
            <p:ph type="body" sz="quarter" idx="24"/>
          </p:nvPr>
        </p:nvSpPr>
        <p:spPr>
          <a:xfrm>
            <a:off x="458787" y="1460655"/>
            <a:ext cx="5104800" cy="2131200"/>
          </a:xfrm>
          <a:prstGeom prst="rect">
            <a:avLst/>
          </a:prstGeo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marL="1021500" indent="-270000">
              <a:buFont typeface="Arial" panose="020B0604020202020204" pitchFamily="34" charset="0"/>
              <a:buChar char="•"/>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9" name="Text Placeholder 3">
            <a:extLst>
              <a:ext uri="{FF2B5EF4-FFF2-40B4-BE49-F238E27FC236}">
                <a16:creationId xmlns:a16="http://schemas.microsoft.com/office/drawing/2014/main" id="{D8492AE1-E066-4559-B594-0D631F21CEB3}"/>
              </a:ext>
            </a:extLst>
          </p:cNvPr>
          <p:cNvSpPr>
            <a:spLocks noGrp="1"/>
          </p:cNvSpPr>
          <p:nvPr>
            <p:ph type="body" sz="quarter" idx="42"/>
          </p:nvPr>
        </p:nvSpPr>
        <p:spPr>
          <a:xfrm>
            <a:off x="465138" y="3833038"/>
            <a:ext cx="5104800" cy="2131200"/>
          </a:xfrm>
          <a:prstGeom prst="rect">
            <a:avLst/>
          </a:prstGeo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vl4pPr rtl="0">
              <a:defRPr>
                <a:latin typeface="Arial" panose="020B0604020202020204" pitchFamily="34" charset="0"/>
                <a:cs typeface="Arial" panose="020B0604020202020204" pitchFamily="34" charset="0"/>
                <a:sym typeface="Arial" panose="020B0604020202020204" pitchFamily="34" charset="0"/>
              </a:defRPr>
            </a:lvl4pPr>
            <a:lvl5pPr>
              <a:defRPr>
                <a:latin typeface="Arial" panose="020B0604020202020204" pitchFamily="34" charset="0"/>
                <a:cs typeface="Arial" panose="020B0604020202020204" pitchFamily="34" charset="0"/>
                <a:sym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12" name="Content Placeholder 4">
            <a:extLst>
              <a:ext uri="{FF2B5EF4-FFF2-40B4-BE49-F238E27FC236}">
                <a16:creationId xmlns:a16="http://schemas.microsoft.com/office/drawing/2014/main" id="{D6D25F05-FCE7-40AF-91EE-25804C1889DE}"/>
              </a:ext>
            </a:extLst>
          </p:cNvPr>
          <p:cNvSpPr>
            <a:spLocks noGrp="1"/>
          </p:cNvSpPr>
          <p:nvPr>
            <p:ph sz="quarter" idx="13" hasCustomPrompt="1"/>
          </p:nvPr>
        </p:nvSpPr>
        <p:spPr>
          <a:xfrm>
            <a:off x="6210300" y="1460655"/>
            <a:ext cx="5104800" cy="2131200"/>
          </a:xfrm>
        </p:spPr>
        <p:txBody>
          <a:bodyPr/>
          <a:lstStyle>
            <a:lvl1pPr marL="0" indent="0" rtl="0">
              <a:spcBef>
                <a:spcPts val="1200"/>
              </a:spcBef>
              <a:spcAft>
                <a:spcPts val="600"/>
              </a:spcAft>
              <a:buNone/>
              <a:defRPr sz="1400" i="0"/>
            </a:lvl1pPr>
            <a:lvl2pPr marL="457200" indent="0" rtl="0">
              <a:spcBef>
                <a:spcPts val="0"/>
              </a:spcBef>
              <a:spcAft>
                <a:spcPts val="600"/>
              </a:spcAft>
              <a:buNone/>
              <a:defRPr sz="1200" i="0">
                <a:latin typeface="Arial" panose="020B0604020202020204" pitchFamily="34" charset="0"/>
                <a:cs typeface="Arial" panose="020B0604020202020204" pitchFamily="34" charset="0"/>
                <a:sym typeface="Arial" panose="020B0604020202020204" pitchFamily="34" charset="0"/>
              </a:defRPr>
            </a:lvl2pPr>
            <a:lvl3pPr>
              <a:defRPr sz="1200"/>
            </a:lvl3pPr>
          </a:lstStyle>
          <a:p>
            <a:pPr marL="0" lvl="0" indent="-457200">
              <a:spcAft>
                <a:spcPts val="0"/>
              </a:spcAft>
            </a:pPr>
            <a:r>
              <a:rPr lang="en-GB" sz="1200">
                <a:solidFill>
                  <a:schemeClr val="tx2"/>
                </a:solidFill>
              </a:rPr>
              <a:t>“… Quote  …”</a:t>
            </a:r>
          </a:p>
          <a:p>
            <a:pPr marL="907200" lvl="1" indent="-450000"/>
            <a:r>
              <a:rPr lang="en-GB" sz="1200">
                <a:solidFill>
                  <a:schemeClr val="tx2"/>
                </a:solidFill>
              </a:rPr>
              <a:t>Author, Date</a:t>
            </a:r>
          </a:p>
          <a:p>
            <a:endParaRPr lang="en-GB" dirty="0"/>
          </a:p>
        </p:txBody>
      </p:sp>
      <p:sp>
        <p:nvSpPr>
          <p:cNvPr id="13" name="Content Placeholder 4">
            <a:extLst>
              <a:ext uri="{FF2B5EF4-FFF2-40B4-BE49-F238E27FC236}">
                <a16:creationId xmlns:a16="http://schemas.microsoft.com/office/drawing/2014/main" id="{15321850-77AE-4A96-AF8E-8ABE264932FD}"/>
              </a:ext>
            </a:extLst>
          </p:cNvPr>
          <p:cNvSpPr>
            <a:spLocks noGrp="1"/>
          </p:cNvSpPr>
          <p:nvPr>
            <p:ph sz="quarter" idx="44" hasCustomPrompt="1"/>
          </p:nvPr>
        </p:nvSpPr>
        <p:spPr>
          <a:xfrm>
            <a:off x="6210300" y="3833038"/>
            <a:ext cx="5104800" cy="2131200"/>
          </a:xfrm>
        </p:spPr>
        <p:txBody>
          <a:bodyPr/>
          <a:lstStyle>
            <a:lvl1pPr marL="0" indent="0" rtl="0">
              <a:spcBef>
                <a:spcPts val="1200"/>
              </a:spcBef>
              <a:spcAft>
                <a:spcPts val="600"/>
              </a:spcAft>
              <a:buNone/>
              <a:defRPr sz="1400" i="0"/>
            </a:lvl1pPr>
            <a:lvl2pPr marL="457200" indent="0" rtl="0">
              <a:spcBef>
                <a:spcPts val="0"/>
              </a:spcBef>
              <a:spcAft>
                <a:spcPts val="600"/>
              </a:spcAft>
              <a:buNone/>
              <a:defRPr i="0">
                <a:latin typeface="Arial" panose="020B0604020202020204" pitchFamily="34" charset="0"/>
                <a:cs typeface="Arial" panose="020B0604020202020204" pitchFamily="34" charset="0"/>
                <a:sym typeface="Arial" panose="020B0604020202020204" pitchFamily="34" charset="0"/>
              </a:defRPr>
            </a:lvl2pPr>
          </a:lstStyle>
          <a:p>
            <a:pPr marL="0" lvl="0" indent="-457200">
              <a:spcAft>
                <a:spcPts val="0"/>
              </a:spcAft>
            </a:pPr>
            <a:r>
              <a:rPr lang="en-GB" sz="1200">
                <a:solidFill>
                  <a:schemeClr val="tx2"/>
                </a:solidFill>
              </a:rPr>
              <a:t>“… Quote  …”</a:t>
            </a:r>
          </a:p>
          <a:p>
            <a:pPr marL="907200" lvl="1" indent="-450000"/>
            <a:r>
              <a:rPr lang="en-GB" sz="1200">
                <a:solidFill>
                  <a:schemeClr val="tx2"/>
                </a:solidFill>
              </a:rPr>
              <a:t>Author, Date</a:t>
            </a:r>
          </a:p>
          <a:p>
            <a:endParaRPr lang="en-GB" dirty="0"/>
          </a:p>
        </p:txBody>
      </p:sp>
      <p:cxnSp>
        <p:nvCxnSpPr>
          <p:cNvPr id="14" name="Straight Connector 13">
            <a:extLst>
              <a:ext uri="{FF2B5EF4-FFF2-40B4-BE49-F238E27FC236}">
                <a16:creationId xmlns:a16="http://schemas.microsoft.com/office/drawing/2014/main" id="{5D442E96-B921-4351-B50A-A45585CA2ACB}"/>
              </a:ext>
            </a:extLst>
          </p:cNvPr>
          <p:cNvCxnSpPr>
            <a:cxnSpLocks/>
          </p:cNvCxnSpPr>
          <p:nvPr userDrawn="1"/>
        </p:nvCxnSpPr>
        <p:spPr>
          <a:xfrm>
            <a:off x="465138" y="3705045"/>
            <a:ext cx="10852149"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9777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Wordslide with Quotes - 3 Panes">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376E620-DCBD-41D5-B3CF-319432C5603B}"/>
              </a:ext>
            </a:extLst>
          </p:cNvPr>
          <p:cNvGraphicFramePr>
            <a:graphicFrameLocks noChangeAspect="1"/>
          </p:cNvGraphicFramePr>
          <p:nvPr userDrawn="1">
            <p:custDataLst>
              <p:tags r:id="rId1"/>
            </p:custDataLst>
            <p:extLst>
              <p:ext uri="{D42A27DB-BD31-4B8C-83A1-F6EECF244321}">
                <p14:modId xmlns:p14="http://schemas.microsoft.com/office/powerpoint/2010/main" val="14373808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6" name="Object 5" hidden="1">
                        <a:extLst>
                          <a:ext uri="{FF2B5EF4-FFF2-40B4-BE49-F238E27FC236}">
                            <a16:creationId xmlns:a16="http://schemas.microsoft.com/office/drawing/2014/main" id="{3376E620-DCBD-41D5-B3CF-319432C5603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59E52AD-DD5B-4CCF-ACF9-CE7E76BD7F47}"/>
              </a:ext>
            </a:extLst>
          </p:cNvPr>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5" name="Text Placeholder 3">
            <a:extLst>
              <a:ext uri="{FF2B5EF4-FFF2-40B4-BE49-F238E27FC236}">
                <a16:creationId xmlns:a16="http://schemas.microsoft.com/office/drawing/2014/main" id="{24FC061B-D3D1-4EB8-9C4F-2D67B270462A}"/>
              </a:ext>
            </a:extLst>
          </p:cNvPr>
          <p:cNvSpPr>
            <a:spLocks noGrp="1"/>
          </p:cNvSpPr>
          <p:nvPr>
            <p:ph type="body" sz="quarter" idx="24"/>
          </p:nvPr>
        </p:nvSpPr>
        <p:spPr>
          <a:xfrm>
            <a:off x="458787" y="1447304"/>
            <a:ext cx="5104800" cy="1386000"/>
          </a:xfrm>
          <a:prstGeom prst="rect">
            <a:avLst/>
          </a:prstGeo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stStyle>
          <a:p>
            <a:pPr lvl="0"/>
            <a:r>
              <a:rPr lang="en-GB"/>
              <a:t>Click to edit Master text styles</a:t>
            </a:r>
          </a:p>
          <a:p>
            <a:pPr lvl="1"/>
            <a:r>
              <a:rPr lang="en-GB"/>
              <a:t>Second level</a:t>
            </a:r>
          </a:p>
          <a:p>
            <a:pPr lvl="2"/>
            <a:r>
              <a:rPr lang="en-GB"/>
              <a:t>Third level</a:t>
            </a:r>
            <a:endParaRPr lang="en-GB" dirty="0"/>
          </a:p>
        </p:txBody>
      </p:sp>
      <p:sp>
        <p:nvSpPr>
          <p:cNvPr id="9" name="Text Placeholder 3">
            <a:extLst>
              <a:ext uri="{FF2B5EF4-FFF2-40B4-BE49-F238E27FC236}">
                <a16:creationId xmlns:a16="http://schemas.microsoft.com/office/drawing/2014/main" id="{D8492AE1-E066-4559-B594-0D631F21CEB3}"/>
              </a:ext>
            </a:extLst>
          </p:cNvPr>
          <p:cNvSpPr>
            <a:spLocks noGrp="1"/>
          </p:cNvSpPr>
          <p:nvPr>
            <p:ph type="body" sz="quarter" idx="42"/>
          </p:nvPr>
        </p:nvSpPr>
        <p:spPr>
          <a:xfrm>
            <a:off x="465138" y="3011549"/>
            <a:ext cx="5104800" cy="1386000"/>
          </a:xfrm>
          <a:prstGeom prst="rect">
            <a:avLst/>
          </a:prstGeo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stStyle>
          <a:p>
            <a:pPr lvl="0"/>
            <a:r>
              <a:rPr lang="en-GB"/>
              <a:t>Click to edit Master text styles</a:t>
            </a:r>
          </a:p>
          <a:p>
            <a:pPr lvl="1"/>
            <a:r>
              <a:rPr lang="en-GB"/>
              <a:t>Second level</a:t>
            </a:r>
          </a:p>
          <a:p>
            <a:pPr lvl="2"/>
            <a:r>
              <a:rPr lang="en-GB"/>
              <a:t>Third level</a:t>
            </a:r>
            <a:endParaRPr lang="en-GB" dirty="0"/>
          </a:p>
        </p:txBody>
      </p:sp>
      <p:sp>
        <p:nvSpPr>
          <p:cNvPr id="12" name="Content Placeholder 4">
            <a:extLst>
              <a:ext uri="{FF2B5EF4-FFF2-40B4-BE49-F238E27FC236}">
                <a16:creationId xmlns:a16="http://schemas.microsoft.com/office/drawing/2014/main" id="{D6D25F05-FCE7-40AF-91EE-25804C1889DE}"/>
              </a:ext>
            </a:extLst>
          </p:cNvPr>
          <p:cNvSpPr>
            <a:spLocks noGrp="1"/>
          </p:cNvSpPr>
          <p:nvPr>
            <p:ph sz="quarter" idx="13" hasCustomPrompt="1"/>
          </p:nvPr>
        </p:nvSpPr>
        <p:spPr>
          <a:xfrm>
            <a:off x="6216653" y="1447800"/>
            <a:ext cx="5104800" cy="1386000"/>
          </a:xfrm>
        </p:spPr>
        <p:txBody>
          <a:bodyPr/>
          <a:lstStyle>
            <a:lvl1pPr marL="0" indent="0" rtl="0">
              <a:buNone/>
              <a:defRPr sz="1400" i="0"/>
            </a:lvl1pPr>
            <a:lvl2pPr marL="457200" indent="0" rtl="0">
              <a:buNone/>
              <a:defRPr i="0">
                <a:latin typeface="Arial" panose="020B0604020202020204" pitchFamily="34" charset="0"/>
                <a:cs typeface="Arial" panose="020B0604020202020204" pitchFamily="34" charset="0"/>
                <a:sym typeface="Arial" panose="020B0604020202020204" pitchFamily="34" charset="0"/>
              </a:defRPr>
            </a:lvl2pPr>
          </a:lstStyle>
          <a:p>
            <a:pPr marL="0" lvl="0" indent="-457200">
              <a:spcAft>
                <a:spcPts val="0"/>
              </a:spcAft>
            </a:pPr>
            <a:r>
              <a:rPr lang="en-GB" sz="1200">
                <a:solidFill>
                  <a:schemeClr val="tx2"/>
                </a:solidFill>
              </a:rPr>
              <a:t>“… Quote  …”</a:t>
            </a:r>
          </a:p>
          <a:p>
            <a:pPr marL="907200" lvl="1" indent="-450000"/>
            <a:r>
              <a:rPr lang="en-GB" sz="1200">
                <a:solidFill>
                  <a:schemeClr val="tx2"/>
                </a:solidFill>
              </a:rPr>
              <a:t>Author, Date</a:t>
            </a:r>
          </a:p>
          <a:p>
            <a:endParaRPr lang="en-GB" dirty="0"/>
          </a:p>
        </p:txBody>
      </p:sp>
      <p:sp>
        <p:nvSpPr>
          <p:cNvPr id="13" name="Content Placeholder 4">
            <a:extLst>
              <a:ext uri="{FF2B5EF4-FFF2-40B4-BE49-F238E27FC236}">
                <a16:creationId xmlns:a16="http://schemas.microsoft.com/office/drawing/2014/main" id="{15321850-77AE-4A96-AF8E-8ABE264932FD}"/>
              </a:ext>
            </a:extLst>
          </p:cNvPr>
          <p:cNvSpPr>
            <a:spLocks noGrp="1"/>
          </p:cNvSpPr>
          <p:nvPr>
            <p:ph sz="quarter" idx="44" hasCustomPrompt="1"/>
          </p:nvPr>
        </p:nvSpPr>
        <p:spPr>
          <a:xfrm>
            <a:off x="6216653" y="3011549"/>
            <a:ext cx="5104800" cy="1386000"/>
          </a:xfrm>
        </p:spPr>
        <p:txBody>
          <a:bodyPr/>
          <a:lstStyle>
            <a:lvl1pPr marL="0" indent="0" rtl="0">
              <a:buNone/>
              <a:defRPr sz="1400" i="0"/>
            </a:lvl1pPr>
            <a:lvl2pPr marL="457200" indent="0" rtl="0">
              <a:buNone/>
              <a:defRPr i="0">
                <a:latin typeface="Arial" panose="020B0604020202020204" pitchFamily="34" charset="0"/>
                <a:cs typeface="Arial" panose="020B0604020202020204" pitchFamily="34" charset="0"/>
                <a:sym typeface="Arial" panose="020B0604020202020204" pitchFamily="34" charset="0"/>
              </a:defRPr>
            </a:lvl2pPr>
          </a:lstStyle>
          <a:p>
            <a:pPr marL="0" lvl="0" indent="-457200">
              <a:spcAft>
                <a:spcPts val="0"/>
              </a:spcAft>
            </a:pPr>
            <a:r>
              <a:rPr lang="en-GB" sz="1200">
                <a:solidFill>
                  <a:schemeClr val="tx2"/>
                </a:solidFill>
              </a:rPr>
              <a:t>“… Quote  …”</a:t>
            </a:r>
          </a:p>
          <a:p>
            <a:pPr marL="907200" lvl="1" indent="-450000"/>
            <a:r>
              <a:rPr lang="en-GB" sz="1200">
                <a:solidFill>
                  <a:schemeClr val="tx2"/>
                </a:solidFill>
              </a:rPr>
              <a:t>Author, Date</a:t>
            </a:r>
          </a:p>
          <a:p>
            <a:endParaRPr lang="en-GB" dirty="0"/>
          </a:p>
        </p:txBody>
      </p:sp>
      <p:sp>
        <p:nvSpPr>
          <p:cNvPr id="14" name="Text Placeholder 3">
            <a:extLst>
              <a:ext uri="{FF2B5EF4-FFF2-40B4-BE49-F238E27FC236}">
                <a16:creationId xmlns:a16="http://schemas.microsoft.com/office/drawing/2014/main" id="{25C0D2A1-3BCB-4467-9776-0C2AF917E1A9}"/>
              </a:ext>
            </a:extLst>
          </p:cNvPr>
          <p:cNvSpPr>
            <a:spLocks noGrp="1"/>
          </p:cNvSpPr>
          <p:nvPr>
            <p:ph type="body" sz="quarter" idx="45"/>
          </p:nvPr>
        </p:nvSpPr>
        <p:spPr>
          <a:xfrm>
            <a:off x="465138" y="4578239"/>
            <a:ext cx="5104800" cy="1386000"/>
          </a:xfrm>
          <a:prstGeom prst="rect">
            <a:avLst/>
          </a:prstGeom>
        </p:spPr>
        <p:txBody>
          <a:bodyPr/>
          <a:lstStyle>
            <a:lvl1pPr rtl="0">
              <a:defRPr>
                <a:latin typeface="Arial" panose="020B0604020202020204" pitchFamily="34" charset="0"/>
                <a:cs typeface="Arial" panose="020B0604020202020204" pitchFamily="34" charset="0"/>
                <a:sym typeface="Arial" panose="020B0604020202020204" pitchFamily="34" charset="0"/>
              </a:defRPr>
            </a:lvl1pPr>
            <a:lvl2pPr rtl="0">
              <a:defRPr>
                <a:latin typeface="Arial" panose="020B0604020202020204" pitchFamily="34" charset="0"/>
                <a:cs typeface="Arial" panose="020B0604020202020204" pitchFamily="34" charset="0"/>
                <a:sym typeface="Arial" panose="020B0604020202020204" pitchFamily="34" charset="0"/>
              </a:defRPr>
            </a:lvl2pPr>
            <a:lvl3pPr rtl="0">
              <a:defRPr>
                <a:latin typeface="Arial" panose="020B0604020202020204" pitchFamily="34" charset="0"/>
                <a:cs typeface="Arial" panose="020B0604020202020204" pitchFamily="34" charset="0"/>
                <a:sym typeface="Arial" panose="020B0604020202020204" pitchFamily="34" charset="0"/>
              </a:defRPr>
            </a:lvl3pPr>
          </a:lstStyle>
          <a:p>
            <a:pPr lvl="0"/>
            <a:r>
              <a:rPr lang="en-GB"/>
              <a:t>Click to edit Master text styles</a:t>
            </a:r>
          </a:p>
          <a:p>
            <a:pPr lvl="1"/>
            <a:r>
              <a:rPr lang="en-GB"/>
              <a:t>Second level</a:t>
            </a:r>
          </a:p>
          <a:p>
            <a:pPr lvl="2"/>
            <a:r>
              <a:rPr lang="en-GB"/>
              <a:t>Third level</a:t>
            </a:r>
            <a:endParaRPr lang="en-GB" dirty="0"/>
          </a:p>
        </p:txBody>
      </p:sp>
      <p:sp>
        <p:nvSpPr>
          <p:cNvPr id="16" name="Content Placeholder 4">
            <a:extLst>
              <a:ext uri="{FF2B5EF4-FFF2-40B4-BE49-F238E27FC236}">
                <a16:creationId xmlns:a16="http://schemas.microsoft.com/office/drawing/2014/main" id="{C75A98CF-7CAB-4FC8-B02C-07ECC32A7327}"/>
              </a:ext>
            </a:extLst>
          </p:cNvPr>
          <p:cNvSpPr>
            <a:spLocks noGrp="1"/>
          </p:cNvSpPr>
          <p:nvPr>
            <p:ph sz="quarter" idx="47" hasCustomPrompt="1"/>
          </p:nvPr>
        </p:nvSpPr>
        <p:spPr>
          <a:xfrm>
            <a:off x="6216653" y="4578238"/>
            <a:ext cx="5104800" cy="1386000"/>
          </a:xfrm>
        </p:spPr>
        <p:txBody>
          <a:bodyPr/>
          <a:lstStyle>
            <a:lvl1pPr marL="0" indent="0" rtl="0">
              <a:buNone/>
              <a:defRPr sz="1400" i="0"/>
            </a:lvl1pPr>
            <a:lvl2pPr marL="457200" indent="0" rtl="0">
              <a:buNone/>
              <a:defRPr i="0">
                <a:latin typeface="Arial" panose="020B0604020202020204" pitchFamily="34" charset="0"/>
                <a:cs typeface="Arial" panose="020B0604020202020204" pitchFamily="34" charset="0"/>
                <a:sym typeface="Arial" panose="020B0604020202020204" pitchFamily="34" charset="0"/>
              </a:defRPr>
            </a:lvl2pPr>
          </a:lstStyle>
          <a:p>
            <a:pPr marL="0" lvl="0" indent="-457200">
              <a:spcAft>
                <a:spcPts val="0"/>
              </a:spcAft>
            </a:pPr>
            <a:r>
              <a:rPr lang="en-GB" sz="1200">
                <a:solidFill>
                  <a:schemeClr val="tx2"/>
                </a:solidFill>
              </a:rPr>
              <a:t>“… Quote  …”</a:t>
            </a:r>
          </a:p>
          <a:p>
            <a:pPr marL="907200" lvl="1" indent="-450000"/>
            <a:r>
              <a:rPr lang="en-GB" sz="1200">
                <a:solidFill>
                  <a:schemeClr val="tx2"/>
                </a:solidFill>
              </a:rPr>
              <a:t>Author, Date</a:t>
            </a:r>
          </a:p>
          <a:p>
            <a:endParaRPr lang="en-GB" dirty="0"/>
          </a:p>
        </p:txBody>
      </p:sp>
      <p:cxnSp>
        <p:nvCxnSpPr>
          <p:cNvPr id="17" name="Straight Connector 16">
            <a:extLst>
              <a:ext uri="{FF2B5EF4-FFF2-40B4-BE49-F238E27FC236}">
                <a16:creationId xmlns:a16="http://schemas.microsoft.com/office/drawing/2014/main" id="{93D5E6D5-19A6-4A08-B7A1-B1F4E7A94076}"/>
              </a:ext>
            </a:extLst>
          </p:cNvPr>
          <p:cNvCxnSpPr>
            <a:cxnSpLocks/>
          </p:cNvCxnSpPr>
          <p:nvPr userDrawn="1"/>
        </p:nvCxnSpPr>
        <p:spPr>
          <a:xfrm>
            <a:off x="465138" y="2922674"/>
            <a:ext cx="112649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23D2995-3B3B-454C-8803-43C4646262F2}"/>
              </a:ext>
            </a:extLst>
          </p:cNvPr>
          <p:cNvCxnSpPr>
            <a:cxnSpLocks/>
          </p:cNvCxnSpPr>
          <p:nvPr userDrawn="1"/>
        </p:nvCxnSpPr>
        <p:spPr>
          <a:xfrm>
            <a:off x="465138" y="4488989"/>
            <a:ext cx="112649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02894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Your Team 4">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0F1C2AF-7BC0-4009-82A2-C1213039D2E7}"/>
              </a:ext>
            </a:extLst>
          </p:cNvPr>
          <p:cNvGraphicFramePr>
            <a:graphicFrameLocks noChangeAspect="1"/>
          </p:cNvGraphicFramePr>
          <p:nvPr userDrawn="1">
            <p:custDataLst>
              <p:tags r:id="rId1"/>
            </p:custDataLst>
            <p:extLst>
              <p:ext uri="{D42A27DB-BD31-4B8C-83A1-F6EECF244321}">
                <p14:modId xmlns:p14="http://schemas.microsoft.com/office/powerpoint/2010/main" val="24600324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4" name="Object 3" hidden="1">
                        <a:extLst>
                          <a:ext uri="{FF2B5EF4-FFF2-40B4-BE49-F238E27FC236}">
                            <a16:creationId xmlns:a16="http://schemas.microsoft.com/office/drawing/2014/main" id="{A0F1C2AF-7BC0-4009-82A2-C1213039D2E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48" name="Picture Placeholder 11">
            <a:extLst>
              <a:ext uri="{FF2B5EF4-FFF2-40B4-BE49-F238E27FC236}">
                <a16:creationId xmlns:a16="http://schemas.microsoft.com/office/drawing/2014/main" id="{E1E120F6-4C4B-4264-9DDA-2A279FDE9850}"/>
              </a:ext>
            </a:extLst>
          </p:cNvPr>
          <p:cNvSpPr>
            <a:spLocks noGrp="1"/>
          </p:cNvSpPr>
          <p:nvPr>
            <p:ph type="pic" sz="quarter" idx="10"/>
          </p:nvPr>
        </p:nvSpPr>
        <p:spPr>
          <a:xfrm>
            <a:off x="658447" y="1605375"/>
            <a:ext cx="1107692" cy="1440000"/>
          </a:xfrm>
        </p:spPr>
        <p:txBody>
          <a:bodyPr/>
          <a:lstStyle>
            <a:lvl1pPr marL="0" indent="0">
              <a:buNone/>
              <a:defRPr/>
            </a:lvl1pPr>
          </a:lstStyle>
          <a:p>
            <a:endParaRPr lang="en-GB" dirty="0"/>
          </a:p>
        </p:txBody>
      </p:sp>
      <p:sp>
        <p:nvSpPr>
          <p:cNvPr id="49" name="Text Placeholder 13">
            <a:extLst>
              <a:ext uri="{FF2B5EF4-FFF2-40B4-BE49-F238E27FC236}">
                <a16:creationId xmlns:a16="http://schemas.microsoft.com/office/drawing/2014/main" id="{16C65A84-1BBE-4720-B156-8CEC808D859F}"/>
              </a:ext>
            </a:extLst>
          </p:cNvPr>
          <p:cNvSpPr>
            <a:spLocks noGrp="1"/>
          </p:cNvSpPr>
          <p:nvPr>
            <p:ph type="body" sz="quarter" idx="11"/>
          </p:nvPr>
        </p:nvSpPr>
        <p:spPr>
          <a:xfrm>
            <a:off x="1927570" y="1605375"/>
            <a:ext cx="1957626" cy="1440000"/>
          </a:xfrm>
        </p:spPr>
        <p:txBody>
          <a:bodyPr/>
          <a:lstStyle>
            <a:lvl1pPr marL="0" indent="0" rtl="0">
              <a:spcBef>
                <a:spcPts val="0"/>
              </a:spcBef>
              <a:buNone/>
              <a:defRPr>
                <a:latin typeface="Arial" panose="020B0604020202020204" pitchFamily="34" charset="0"/>
                <a:cs typeface="Arial" panose="020B0604020202020204" pitchFamily="34" charset="0"/>
                <a:sym typeface="Arial" panose="020B0604020202020204" pitchFamily="34" charset="0"/>
              </a:defRPr>
            </a:lvl1pPr>
            <a:lvl2pPr marL="389988" indent="0">
              <a:buNone/>
              <a:defRPr/>
            </a:lvl2pPr>
          </a:lstStyle>
          <a:p>
            <a:pPr lvl="0"/>
            <a:r>
              <a:rPr lang="en-GB"/>
              <a:t>Click to edit Master text styles</a:t>
            </a:r>
            <a:endParaRPr lang="en-GB" dirty="0"/>
          </a:p>
        </p:txBody>
      </p:sp>
      <p:sp>
        <p:nvSpPr>
          <p:cNvPr id="50" name="Picture Placeholder 11">
            <a:extLst>
              <a:ext uri="{FF2B5EF4-FFF2-40B4-BE49-F238E27FC236}">
                <a16:creationId xmlns:a16="http://schemas.microsoft.com/office/drawing/2014/main" id="{220E12A2-8C5B-47E3-AB60-70531C585148}"/>
              </a:ext>
            </a:extLst>
          </p:cNvPr>
          <p:cNvSpPr>
            <a:spLocks noGrp="1"/>
          </p:cNvSpPr>
          <p:nvPr>
            <p:ph type="pic" sz="quarter" idx="12"/>
          </p:nvPr>
        </p:nvSpPr>
        <p:spPr>
          <a:xfrm>
            <a:off x="4487034" y="1610997"/>
            <a:ext cx="1107692" cy="1440000"/>
          </a:xfrm>
        </p:spPr>
        <p:txBody>
          <a:bodyPr/>
          <a:lstStyle>
            <a:lvl1pPr marL="0" indent="0">
              <a:buNone/>
              <a:defRPr/>
            </a:lvl1pPr>
          </a:lstStyle>
          <a:p>
            <a:endParaRPr lang="en-GB"/>
          </a:p>
        </p:txBody>
      </p:sp>
      <p:sp>
        <p:nvSpPr>
          <p:cNvPr id="51" name="Text Placeholder 13">
            <a:extLst>
              <a:ext uri="{FF2B5EF4-FFF2-40B4-BE49-F238E27FC236}">
                <a16:creationId xmlns:a16="http://schemas.microsoft.com/office/drawing/2014/main" id="{82890488-E103-40EA-A2DC-65C406E52B03}"/>
              </a:ext>
            </a:extLst>
          </p:cNvPr>
          <p:cNvSpPr>
            <a:spLocks noGrp="1"/>
          </p:cNvSpPr>
          <p:nvPr>
            <p:ph type="body" sz="quarter" idx="13"/>
          </p:nvPr>
        </p:nvSpPr>
        <p:spPr>
          <a:xfrm>
            <a:off x="5756154" y="1610997"/>
            <a:ext cx="1958400" cy="1440000"/>
          </a:xfrm>
        </p:spPr>
        <p:txBody>
          <a:bodyPr/>
          <a:lstStyle>
            <a:lvl1pPr marL="0" indent="0" rtl="0">
              <a:spcBef>
                <a:spcPts val="0"/>
              </a:spcBef>
              <a:buNone/>
              <a:defRPr>
                <a:latin typeface="Arial" panose="020B0604020202020204" pitchFamily="34" charset="0"/>
                <a:cs typeface="Arial" panose="020B0604020202020204" pitchFamily="34" charset="0"/>
                <a:sym typeface="Arial" panose="020B0604020202020204" pitchFamily="34" charset="0"/>
              </a:defRPr>
            </a:lvl1pPr>
          </a:lstStyle>
          <a:p>
            <a:pPr lvl="0"/>
            <a:r>
              <a:rPr lang="en-GB"/>
              <a:t>Click to edit Master text styles</a:t>
            </a:r>
            <a:endParaRPr lang="en-GB" dirty="0"/>
          </a:p>
        </p:txBody>
      </p:sp>
      <p:sp>
        <p:nvSpPr>
          <p:cNvPr id="52" name="Picture Placeholder 11">
            <a:extLst>
              <a:ext uri="{FF2B5EF4-FFF2-40B4-BE49-F238E27FC236}">
                <a16:creationId xmlns:a16="http://schemas.microsoft.com/office/drawing/2014/main" id="{1047CDBC-D1DE-4B70-A905-A2C6314F374A}"/>
              </a:ext>
            </a:extLst>
          </p:cNvPr>
          <p:cNvSpPr>
            <a:spLocks noGrp="1"/>
          </p:cNvSpPr>
          <p:nvPr>
            <p:ph type="pic" sz="quarter" idx="14"/>
          </p:nvPr>
        </p:nvSpPr>
        <p:spPr>
          <a:xfrm>
            <a:off x="8318904" y="1605375"/>
            <a:ext cx="1107692" cy="1440000"/>
          </a:xfrm>
        </p:spPr>
        <p:txBody>
          <a:bodyPr/>
          <a:lstStyle>
            <a:lvl1pPr marL="0" indent="0">
              <a:buNone/>
              <a:defRPr/>
            </a:lvl1pPr>
          </a:lstStyle>
          <a:p>
            <a:endParaRPr lang="en-GB" dirty="0"/>
          </a:p>
        </p:txBody>
      </p:sp>
      <p:sp>
        <p:nvSpPr>
          <p:cNvPr id="53" name="Text Placeholder 13">
            <a:extLst>
              <a:ext uri="{FF2B5EF4-FFF2-40B4-BE49-F238E27FC236}">
                <a16:creationId xmlns:a16="http://schemas.microsoft.com/office/drawing/2014/main" id="{7D413CE8-B6D4-4737-B24E-159FE28F7DFD}"/>
              </a:ext>
            </a:extLst>
          </p:cNvPr>
          <p:cNvSpPr>
            <a:spLocks noGrp="1"/>
          </p:cNvSpPr>
          <p:nvPr>
            <p:ph type="body" sz="quarter" idx="15"/>
          </p:nvPr>
        </p:nvSpPr>
        <p:spPr>
          <a:xfrm>
            <a:off x="9588025" y="1605375"/>
            <a:ext cx="1958400" cy="1440000"/>
          </a:xfrm>
        </p:spPr>
        <p:txBody>
          <a:bodyPr/>
          <a:lstStyle>
            <a:lvl1pPr marL="0" indent="0" rtl="0">
              <a:spcBef>
                <a:spcPts val="0"/>
              </a:spcBef>
              <a:buNone/>
              <a:defRPr>
                <a:latin typeface="Arial" panose="020B0604020202020204" pitchFamily="34" charset="0"/>
                <a:cs typeface="Arial" panose="020B0604020202020204" pitchFamily="34" charset="0"/>
                <a:sym typeface="Arial" panose="020B0604020202020204" pitchFamily="34" charset="0"/>
              </a:defRPr>
            </a:lvl1pPr>
          </a:lstStyle>
          <a:p>
            <a:pPr lvl="0"/>
            <a:r>
              <a:rPr lang="en-GB"/>
              <a:t>Click to edit Master text styles</a:t>
            </a:r>
            <a:endParaRPr lang="en-GB" dirty="0"/>
          </a:p>
        </p:txBody>
      </p:sp>
      <p:sp>
        <p:nvSpPr>
          <p:cNvPr id="58" name="Picture Placeholder 11">
            <a:extLst>
              <a:ext uri="{FF2B5EF4-FFF2-40B4-BE49-F238E27FC236}">
                <a16:creationId xmlns:a16="http://schemas.microsoft.com/office/drawing/2014/main" id="{19C9BADA-3183-4250-B4D1-A4270BEB3E58}"/>
              </a:ext>
            </a:extLst>
          </p:cNvPr>
          <p:cNvSpPr>
            <a:spLocks noGrp="1"/>
          </p:cNvSpPr>
          <p:nvPr>
            <p:ph type="pic" sz="quarter" idx="16"/>
          </p:nvPr>
        </p:nvSpPr>
        <p:spPr>
          <a:xfrm>
            <a:off x="662137" y="3511765"/>
            <a:ext cx="1107692" cy="1440000"/>
          </a:xfrm>
        </p:spPr>
        <p:txBody>
          <a:bodyPr/>
          <a:lstStyle>
            <a:lvl1pPr marL="0" indent="0">
              <a:buNone/>
              <a:defRPr/>
            </a:lvl1pPr>
          </a:lstStyle>
          <a:p>
            <a:endParaRPr lang="en-GB" dirty="0"/>
          </a:p>
        </p:txBody>
      </p:sp>
      <p:sp>
        <p:nvSpPr>
          <p:cNvPr id="59" name="Text Placeholder 13">
            <a:extLst>
              <a:ext uri="{FF2B5EF4-FFF2-40B4-BE49-F238E27FC236}">
                <a16:creationId xmlns:a16="http://schemas.microsoft.com/office/drawing/2014/main" id="{AF4F2F0A-FB12-4D92-8215-31071E8694F3}"/>
              </a:ext>
            </a:extLst>
          </p:cNvPr>
          <p:cNvSpPr>
            <a:spLocks noGrp="1"/>
          </p:cNvSpPr>
          <p:nvPr>
            <p:ph type="body" sz="quarter" idx="17"/>
          </p:nvPr>
        </p:nvSpPr>
        <p:spPr>
          <a:xfrm>
            <a:off x="1931260" y="3511765"/>
            <a:ext cx="1957626" cy="1440000"/>
          </a:xfrm>
        </p:spPr>
        <p:txBody>
          <a:bodyPr/>
          <a:lstStyle>
            <a:lvl1pPr marL="0" indent="0" rtl="0">
              <a:spcBef>
                <a:spcPts val="0"/>
              </a:spcBef>
              <a:buNone/>
              <a:defRPr>
                <a:latin typeface="Arial" panose="020B0604020202020204" pitchFamily="34" charset="0"/>
                <a:cs typeface="Arial" panose="020B0604020202020204" pitchFamily="34" charset="0"/>
                <a:sym typeface="Arial" panose="020B0604020202020204" pitchFamily="34" charset="0"/>
              </a:defRPr>
            </a:lvl1pPr>
            <a:lvl2pPr marL="389988" indent="0">
              <a:buNone/>
              <a:defRPr/>
            </a:lvl2pPr>
          </a:lstStyle>
          <a:p>
            <a:pPr lvl="0"/>
            <a:r>
              <a:rPr lang="en-GB"/>
              <a:t>Click to edit Master text styles</a:t>
            </a:r>
            <a:endParaRPr lang="en-GB" dirty="0"/>
          </a:p>
        </p:txBody>
      </p:sp>
      <p:cxnSp>
        <p:nvCxnSpPr>
          <p:cNvPr id="24" name="Straight Connector 1">
            <a:extLst>
              <a:ext uri="{FF2B5EF4-FFF2-40B4-BE49-F238E27FC236}">
                <a16:creationId xmlns:a16="http://schemas.microsoft.com/office/drawing/2014/main" id="{E5430FAD-A515-47F4-AD45-3C0FE5CE72AF}"/>
              </a:ext>
            </a:extLst>
          </p:cNvPr>
          <p:cNvCxnSpPr/>
          <p:nvPr userDrawn="1"/>
        </p:nvCxnSpPr>
        <p:spPr>
          <a:xfrm>
            <a:off x="655165" y="1522497"/>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25" name="Straight Connector 1">
            <a:extLst>
              <a:ext uri="{FF2B5EF4-FFF2-40B4-BE49-F238E27FC236}">
                <a16:creationId xmlns:a16="http://schemas.microsoft.com/office/drawing/2014/main" id="{0DD94198-896C-4121-BDF4-0247AF965361}"/>
              </a:ext>
            </a:extLst>
          </p:cNvPr>
          <p:cNvCxnSpPr/>
          <p:nvPr userDrawn="1"/>
        </p:nvCxnSpPr>
        <p:spPr>
          <a:xfrm>
            <a:off x="4482505" y="1522497"/>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26" name="Straight Connector 1">
            <a:extLst>
              <a:ext uri="{FF2B5EF4-FFF2-40B4-BE49-F238E27FC236}">
                <a16:creationId xmlns:a16="http://schemas.microsoft.com/office/drawing/2014/main" id="{87DF9F97-6564-4E0A-9B96-417C4BAEFFEC}"/>
              </a:ext>
            </a:extLst>
          </p:cNvPr>
          <p:cNvCxnSpPr/>
          <p:nvPr userDrawn="1"/>
        </p:nvCxnSpPr>
        <p:spPr>
          <a:xfrm>
            <a:off x="8316394" y="1522497"/>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27" name="Straight Connector 1">
            <a:extLst>
              <a:ext uri="{FF2B5EF4-FFF2-40B4-BE49-F238E27FC236}">
                <a16:creationId xmlns:a16="http://schemas.microsoft.com/office/drawing/2014/main" id="{36F648A3-CDF7-497D-B57B-CD9673EDC450}"/>
              </a:ext>
            </a:extLst>
          </p:cNvPr>
          <p:cNvCxnSpPr/>
          <p:nvPr userDrawn="1"/>
        </p:nvCxnSpPr>
        <p:spPr>
          <a:xfrm>
            <a:off x="655165" y="3429000"/>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D538D1B-D767-47A4-9F08-E51FC39340E4}"/>
              </a:ext>
            </a:extLst>
          </p:cNvPr>
          <p:cNvCxnSpPr>
            <a:cxnSpLocks/>
          </p:cNvCxnSpPr>
          <p:nvPr userDrawn="1"/>
        </p:nvCxnSpPr>
        <p:spPr>
          <a:xfrm>
            <a:off x="4195977" y="1520825"/>
            <a:ext cx="0" cy="4465974"/>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637F711-26B0-49A3-818C-CE30BB6B514E}"/>
              </a:ext>
            </a:extLst>
          </p:cNvPr>
          <p:cNvCxnSpPr>
            <a:cxnSpLocks/>
          </p:cNvCxnSpPr>
          <p:nvPr userDrawn="1"/>
        </p:nvCxnSpPr>
        <p:spPr>
          <a:xfrm>
            <a:off x="8023022" y="1520825"/>
            <a:ext cx="0" cy="4465974"/>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5350198"/>
      </p:ext>
    </p:extLst>
  </p:cSld>
  <p:clrMapOvr>
    <a:masterClrMapping/>
  </p:clrMapOvr>
  <p:extLst>
    <p:ext uri="{DCECCB84-F9BA-43D5-87BE-67443E8EF086}">
      <p15:sldGuideLst xmlns:p15="http://schemas.microsoft.com/office/powerpoint/2012/main">
        <p15:guide id="1" orient="horz" pos="95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Your Team 6">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12B10C1-E994-4CDA-AA77-92FBEE49E68D}"/>
              </a:ext>
            </a:extLst>
          </p:cNvPr>
          <p:cNvGraphicFramePr>
            <a:graphicFrameLocks noChangeAspect="1"/>
          </p:cNvGraphicFramePr>
          <p:nvPr userDrawn="1">
            <p:custDataLst>
              <p:tags r:id="rId1"/>
            </p:custDataLst>
            <p:extLst>
              <p:ext uri="{D42A27DB-BD31-4B8C-83A1-F6EECF244321}">
                <p14:modId xmlns:p14="http://schemas.microsoft.com/office/powerpoint/2010/main" val="10189919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4" name="Object 3" hidden="1">
                        <a:extLst>
                          <a:ext uri="{FF2B5EF4-FFF2-40B4-BE49-F238E27FC236}">
                            <a16:creationId xmlns:a16="http://schemas.microsoft.com/office/drawing/2014/main" id="{A12B10C1-E994-4CDA-AA77-92FBEE49E68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sp>
        <p:nvSpPr>
          <p:cNvPr id="55" name="Picture Placeholder 11">
            <a:extLst>
              <a:ext uri="{FF2B5EF4-FFF2-40B4-BE49-F238E27FC236}">
                <a16:creationId xmlns:a16="http://schemas.microsoft.com/office/drawing/2014/main" id="{AA5F71A7-CA05-4501-943E-49F078B2CA97}"/>
              </a:ext>
            </a:extLst>
          </p:cNvPr>
          <p:cNvSpPr>
            <a:spLocks noGrp="1"/>
          </p:cNvSpPr>
          <p:nvPr>
            <p:ph type="pic" sz="quarter" idx="10"/>
          </p:nvPr>
        </p:nvSpPr>
        <p:spPr>
          <a:xfrm>
            <a:off x="659829" y="1614852"/>
            <a:ext cx="1107692" cy="1440000"/>
          </a:xfrm>
        </p:spPr>
        <p:txBody>
          <a:bodyPr/>
          <a:lstStyle>
            <a:lvl1pPr marL="0" indent="0">
              <a:buNone/>
              <a:defRPr sz="1300"/>
            </a:lvl1pPr>
          </a:lstStyle>
          <a:p>
            <a:endParaRPr lang="en-GB" dirty="0"/>
          </a:p>
        </p:txBody>
      </p:sp>
      <p:sp>
        <p:nvSpPr>
          <p:cNvPr id="56" name="Text Placeholder 13">
            <a:extLst>
              <a:ext uri="{FF2B5EF4-FFF2-40B4-BE49-F238E27FC236}">
                <a16:creationId xmlns:a16="http://schemas.microsoft.com/office/drawing/2014/main" id="{48CFDBE9-8FEC-44A2-A0A2-FA95753359F7}"/>
              </a:ext>
            </a:extLst>
          </p:cNvPr>
          <p:cNvSpPr>
            <a:spLocks noGrp="1"/>
          </p:cNvSpPr>
          <p:nvPr>
            <p:ph type="body" sz="quarter" idx="11"/>
          </p:nvPr>
        </p:nvSpPr>
        <p:spPr>
          <a:xfrm>
            <a:off x="1928951" y="1614852"/>
            <a:ext cx="1960289" cy="1440000"/>
          </a:xfrm>
        </p:spPr>
        <p:txBody>
          <a:bodyPr/>
          <a:lstStyle>
            <a:lvl1pPr marL="0" indent="0" rtl="0">
              <a:spcBef>
                <a:spcPts val="0"/>
              </a:spcBef>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57" name="Picture Placeholder 11">
            <a:extLst>
              <a:ext uri="{FF2B5EF4-FFF2-40B4-BE49-F238E27FC236}">
                <a16:creationId xmlns:a16="http://schemas.microsoft.com/office/drawing/2014/main" id="{85715EF8-847E-4A66-9AC2-FD760E47AA93}"/>
              </a:ext>
            </a:extLst>
          </p:cNvPr>
          <p:cNvSpPr>
            <a:spLocks noGrp="1"/>
          </p:cNvSpPr>
          <p:nvPr>
            <p:ph type="pic" sz="quarter" idx="12"/>
          </p:nvPr>
        </p:nvSpPr>
        <p:spPr>
          <a:xfrm>
            <a:off x="4484400" y="1614852"/>
            <a:ext cx="1107692" cy="1440000"/>
          </a:xfrm>
        </p:spPr>
        <p:txBody>
          <a:bodyPr/>
          <a:lstStyle>
            <a:lvl1pPr marL="0" indent="0">
              <a:buNone/>
              <a:defRPr sz="1300"/>
            </a:lvl1pPr>
          </a:lstStyle>
          <a:p>
            <a:endParaRPr lang="en-GB"/>
          </a:p>
        </p:txBody>
      </p:sp>
      <p:sp>
        <p:nvSpPr>
          <p:cNvPr id="58" name="Text Placeholder 13">
            <a:extLst>
              <a:ext uri="{FF2B5EF4-FFF2-40B4-BE49-F238E27FC236}">
                <a16:creationId xmlns:a16="http://schemas.microsoft.com/office/drawing/2014/main" id="{94069FB7-7638-49E4-A460-0F6BF3B644F0}"/>
              </a:ext>
            </a:extLst>
          </p:cNvPr>
          <p:cNvSpPr>
            <a:spLocks noGrp="1"/>
          </p:cNvSpPr>
          <p:nvPr>
            <p:ph type="body" sz="quarter" idx="13"/>
          </p:nvPr>
        </p:nvSpPr>
        <p:spPr>
          <a:xfrm>
            <a:off x="5741527" y="1614852"/>
            <a:ext cx="1958400" cy="1440000"/>
          </a:xfrm>
        </p:spPr>
        <p:txBody>
          <a:bodyPr/>
          <a:lstStyle>
            <a:lvl1pPr marL="0" indent="0" rtl="0">
              <a:spcBef>
                <a:spcPts val="0"/>
              </a:spcBef>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59" name="Picture Placeholder 11">
            <a:extLst>
              <a:ext uri="{FF2B5EF4-FFF2-40B4-BE49-F238E27FC236}">
                <a16:creationId xmlns:a16="http://schemas.microsoft.com/office/drawing/2014/main" id="{B31CD8A1-2E57-4872-AA7B-2FBD9F6C76F9}"/>
              </a:ext>
            </a:extLst>
          </p:cNvPr>
          <p:cNvSpPr>
            <a:spLocks noGrp="1"/>
          </p:cNvSpPr>
          <p:nvPr>
            <p:ph type="pic" sz="quarter" idx="14"/>
          </p:nvPr>
        </p:nvSpPr>
        <p:spPr>
          <a:xfrm>
            <a:off x="8321689" y="1614852"/>
            <a:ext cx="1107692" cy="1440000"/>
          </a:xfrm>
        </p:spPr>
        <p:txBody>
          <a:bodyPr/>
          <a:lstStyle>
            <a:lvl1pPr marL="0" indent="0">
              <a:buNone/>
              <a:defRPr sz="1300"/>
            </a:lvl1pPr>
          </a:lstStyle>
          <a:p>
            <a:endParaRPr lang="en-GB" dirty="0"/>
          </a:p>
        </p:txBody>
      </p:sp>
      <p:sp>
        <p:nvSpPr>
          <p:cNvPr id="60" name="Text Placeholder 13">
            <a:extLst>
              <a:ext uri="{FF2B5EF4-FFF2-40B4-BE49-F238E27FC236}">
                <a16:creationId xmlns:a16="http://schemas.microsoft.com/office/drawing/2014/main" id="{B961ED27-8935-4DC1-8AAF-E6FF4C88F59D}"/>
              </a:ext>
            </a:extLst>
          </p:cNvPr>
          <p:cNvSpPr>
            <a:spLocks noGrp="1"/>
          </p:cNvSpPr>
          <p:nvPr>
            <p:ph type="body" sz="quarter" idx="15"/>
          </p:nvPr>
        </p:nvSpPr>
        <p:spPr>
          <a:xfrm>
            <a:off x="9604164" y="1614852"/>
            <a:ext cx="1958400" cy="1440000"/>
          </a:xfrm>
        </p:spPr>
        <p:txBody>
          <a:bodyPr/>
          <a:lstStyle>
            <a:lvl1pPr marL="0" indent="0" rtl="0">
              <a:spcBef>
                <a:spcPts val="0"/>
              </a:spcBef>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61" name="Picture Placeholder 11">
            <a:extLst>
              <a:ext uri="{FF2B5EF4-FFF2-40B4-BE49-F238E27FC236}">
                <a16:creationId xmlns:a16="http://schemas.microsoft.com/office/drawing/2014/main" id="{B1A7BF5C-D373-401B-A908-EE79B05FF2E4}"/>
              </a:ext>
            </a:extLst>
          </p:cNvPr>
          <p:cNvSpPr>
            <a:spLocks noGrp="1"/>
          </p:cNvSpPr>
          <p:nvPr>
            <p:ph type="pic" sz="quarter" idx="16"/>
          </p:nvPr>
        </p:nvSpPr>
        <p:spPr>
          <a:xfrm>
            <a:off x="657371" y="3780676"/>
            <a:ext cx="1107692" cy="1440000"/>
          </a:xfrm>
        </p:spPr>
        <p:txBody>
          <a:bodyPr/>
          <a:lstStyle>
            <a:lvl1pPr marL="0" indent="0">
              <a:buNone/>
              <a:defRPr sz="1300"/>
            </a:lvl1pPr>
          </a:lstStyle>
          <a:p>
            <a:endParaRPr lang="en-GB"/>
          </a:p>
        </p:txBody>
      </p:sp>
      <p:sp>
        <p:nvSpPr>
          <p:cNvPr id="62" name="Text Placeholder 13">
            <a:extLst>
              <a:ext uri="{FF2B5EF4-FFF2-40B4-BE49-F238E27FC236}">
                <a16:creationId xmlns:a16="http://schemas.microsoft.com/office/drawing/2014/main" id="{A3DACDFF-9B4D-40F1-B0AB-DB7DD2DA4D54}"/>
              </a:ext>
            </a:extLst>
          </p:cNvPr>
          <p:cNvSpPr>
            <a:spLocks noGrp="1"/>
          </p:cNvSpPr>
          <p:nvPr>
            <p:ph type="body" sz="quarter" idx="17"/>
          </p:nvPr>
        </p:nvSpPr>
        <p:spPr>
          <a:xfrm>
            <a:off x="1926495" y="3780676"/>
            <a:ext cx="1929646" cy="1440000"/>
          </a:xfrm>
        </p:spPr>
        <p:txBody>
          <a:bodyPr/>
          <a:lstStyle>
            <a:lvl1pPr marL="0" indent="0" rtl="0">
              <a:spcBef>
                <a:spcPts val="0"/>
              </a:spcBef>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63" name="Picture Placeholder 11">
            <a:extLst>
              <a:ext uri="{FF2B5EF4-FFF2-40B4-BE49-F238E27FC236}">
                <a16:creationId xmlns:a16="http://schemas.microsoft.com/office/drawing/2014/main" id="{18654B09-5209-450F-8081-10C275042B34}"/>
              </a:ext>
            </a:extLst>
          </p:cNvPr>
          <p:cNvSpPr>
            <a:spLocks noGrp="1"/>
          </p:cNvSpPr>
          <p:nvPr>
            <p:ph type="pic" sz="quarter" idx="18"/>
          </p:nvPr>
        </p:nvSpPr>
        <p:spPr>
          <a:xfrm>
            <a:off x="4484400" y="3780676"/>
            <a:ext cx="1107692" cy="1440000"/>
          </a:xfrm>
        </p:spPr>
        <p:txBody>
          <a:bodyPr/>
          <a:lstStyle>
            <a:lvl1pPr marL="0" indent="0">
              <a:buNone/>
              <a:defRPr sz="1300"/>
            </a:lvl1pPr>
          </a:lstStyle>
          <a:p>
            <a:endParaRPr lang="en-GB"/>
          </a:p>
        </p:txBody>
      </p:sp>
      <p:sp>
        <p:nvSpPr>
          <p:cNvPr id="64" name="Text Placeholder 13">
            <a:extLst>
              <a:ext uri="{FF2B5EF4-FFF2-40B4-BE49-F238E27FC236}">
                <a16:creationId xmlns:a16="http://schemas.microsoft.com/office/drawing/2014/main" id="{B44DFED0-A8F1-484F-95E6-54B2B6431BC8}"/>
              </a:ext>
            </a:extLst>
          </p:cNvPr>
          <p:cNvSpPr>
            <a:spLocks noGrp="1"/>
          </p:cNvSpPr>
          <p:nvPr>
            <p:ph type="body" sz="quarter" idx="19"/>
          </p:nvPr>
        </p:nvSpPr>
        <p:spPr>
          <a:xfrm>
            <a:off x="5745946" y="3780676"/>
            <a:ext cx="1958400" cy="1440000"/>
          </a:xfrm>
        </p:spPr>
        <p:txBody>
          <a:bodyPr/>
          <a:lstStyle>
            <a:lvl1pPr marL="0" indent="0" rtl="0">
              <a:spcBef>
                <a:spcPts val="0"/>
              </a:spcBef>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65" name="Picture Placeholder 11">
            <a:extLst>
              <a:ext uri="{FF2B5EF4-FFF2-40B4-BE49-F238E27FC236}">
                <a16:creationId xmlns:a16="http://schemas.microsoft.com/office/drawing/2014/main" id="{34310676-FE73-47B2-9E3B-53DD29568D77}"/>
              </a:ext>
            </a:extLst>
          </p:cNvPr>
          <p:cNvSpPr>
            <a:spLocks noGrp="1"/>
          </p:cNvSpPr>
          <p:nvPr>
            <p:ph type="pic" sz="quarter" idx="20"/>
          </p:nvPr>
        </p:nvSpPr>
        <p:spPr>
          <a:xfrm>
            <a:off x="8322476" y="3780676"/>
            <a:ext cx="1107692" cy="1440000"/>
          </a:xfrm>
        </p:spPr>
        <p:txBody>
          <a:bodyPr/>
          <a:lstStyle>
            <a:lvl1pPr marL="0" indent="0">
              <a:buNone/>
              <a:defRPr sz="1300"/>
            </a:lvl1pPr>
          </a:lstStyle>
          <a:p>
            <a:endParaRPr lang="en-GB" dirty="0"/>
          </a:p>
        </p:txBody>
      </p:sp>
      <p:sp>
        <p:nvSpPr>
          <p:cNvPr id="66" name="Text Placeholder 13">
            <a:extLst>
              <a:ext uri="{FF2B5EF4-FFF2-40B4-BE49-F238E27FC236}">
                <a16:creationId xmlns:a16="http://schemas.microsoft.com/office/drawing/2014/main" id="{E5B4DB50-93E4-4C73-82AF-4E5A8AD86202}"/>
              </a:ext>
            </a:extLst>
          </p:cNvPr>
          <p:cNvSpPr>
            <a:spLocks noGrp="1"/>
          </p:cNvSpPr>
          <p:nvPr>
            <p:ph type="body" sz="quarter" idx="21"/>
          </p:nvPr>
        </p:nvSpPr>
        <p:spPr>
          <a:xfrm>
            <a:off x="9609810" y="3787693"/>
            <a:ext cx="1958400" cy="1440000"/>
          </a:xfrm>
        </p:spPr>
        <p:txBody>
          <a:bodyPr/>
          <a:lstStyle>
            <a:lvl1pPr marL="0" indent="0" rtl="0">
              <a:spcBef>
                <a:spcPts val="0"/>
              </a:spcBef>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cxnSp>
        <p:nvCxnSpPr>
          <p:cNvPr id="29" name="Straight Connector 1">
            <a:extLst>
              <a:ext uri="{FF2B5EF4-FFF2-40B4-BE49-F238E27FC236}">
                <a16:creationId xmlns:a16="http://schemas.microsoft.com/office/drawing/2014/main" id="{90E9D7E9-D282-44F2-ABDF-71109A76DAA8}"/>
              </a:ext>
            </a:extLst>
          </p:cNvPr>
          <p:cNvCxnSpPr/>
          <p:nvPr userDrawn="1"/>
        </p:nvCxnSpPr>
        <p:spPr>
          <a:xfrm>
            <a:off x="655165" y="1522497"/>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30" name="Straight Connector 1">
            <a:extLst>
              <a:ext uri="{FF2B5EF4-FFF2-40B4-BE49-F238E27FC236}">
                <a16:creationId xmlns:a16="http://schemas.microsoft.com/office/drawing/2014/main" id="{1178ED6A-1949-4E85-A7F7-9D3410E0DBF0}"/>
              </a:ext>
            </a:extLst>
          </p:cNvPr>
          <p:cNvCxnSpPr/>
          <p:nvPr userDrawn="1"/>
        </p:nvCxnSpPr>
        <p:spPr>
          <a:xfrm>
            <a:off x="4482505" y="1522497"/>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41" name="Straight Connector 1">
            <a:extLst>
              <a:ext uri="{FF2B5EF4-FFF2-40B4-BE49-F238E27FC236}">
                <a16:creationId xmlns:a16="http://schemas.microsoft.com/office/drawing/2014/main" id="{86574E62-C7BD-48B0-A284-C11889E869C5}"/>
              </a:ext>
            </a:extLst>
          </p:cNvPr>
          <p:cNvCxnSpPr/>
          <p:nvPr userDrawn="1"/>
        </p:nvCxnSpPr>
        <p:spPr>
          <a:xfrm>
            <a:off x="8316394" y="1522497"/>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42" name="Straight Connector 1">
            <a:extLst>
              <a:ext uri="{FF2B5EF4-FFF2-40B4-BE49-F238E27FC236}">
                <a16:creationId xmlns:a16="http://schemas.microsoft.com/office/drawing/2014/main" id="{696AB0DC-8353-42A8-8611-591A5B81D558}"/>
              </a:ext>
            </a:extLst>
          </p:cNvPr>
          <p:cNvCxnSpPr/>
          <p:nvPr userDrawn="1"/>
        </p:nvCxnSpPr>
        <p:spPr>
          <a:xfrm>
            <a:off x="655165" y="3684672"/>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43" name="Straight Connector 1">
            <a:extLst>
              <a:ext uri="{FF2B5EF4-FFF2-40B4-BE49-F238E27FC236}">
                <a16:creationId xmlns:a16="http://schemas.microsoft.com/office/drawing/2014/main" id="{285542DC-E2E6-448D-BDDE-FC70B74365F0}"/>
              </a:ext>
            </a:extLst>
          </p:cNvPr>
          <p:cNvCxnSpPr/>
          <p:nvPr userDrawn="1"/>
        </p:nvCxnSpPr>
        <p:spPr>
          <a:xfrm>
            <a:off x="4482505" y="3684672"/>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44" name="Straight Connector 1">
            <a:extLst>
              <a:ext uri="{FF2B5EF4-FFF2-40B4-BE49-F238E27FC236}">
                <a16:creationId xmlns:a16="http://schemas.microsoft.com/office/drawing/2014/main" id="{98908832-0D22-4408-8D45-E256FD62D030}"/>
              </a:ext>
            </a:extLst>
          </p:cNvPr>
          <p:cNvCxnSpPr/>
          <p:nvPr userDrawn="1"/>
        </p:nvCxnSpPr>
        <p:spPr>
          <a:xfrm>
            <a:off x="8316394" y="3684672"/>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09E6FDF-6B34-462E-8B26-9958D351C0DF}"/>
              </a:ext>
            </a:extLst>
          </p:cNvPr>
          <p:cNvCxnSpPr>
            <a:cxnSpLocks/>
          </p:cNvCxnSpPr>
          <p:nvPr userDrawn="1"/>
        </p:nvCxnSpPr>
        <p:spPr>
          <a:xfrm>
            <a:off x="4195977" y="1520825"/>
            <a:ext cx="0" cy="4465974"/>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4CDBFAE-0850-4FD6-AB02-6ECE03662D7E}"/>
              </a:ext>
            </a:extLst>
          </p:cNvPr>
          <p:cNvCxnSpPr>
            <a:cxnSpLocks/>
          </p:cNvCxnSpPr>
          <p:nvPr userDrawn="1"/>
        </p:nvCxnSpPr>
        <p:spPr>
          <a:xfrm>
            <a:off x="8023022" y="1520825"/>
            <a:ext cx="0" cy="4465974"/>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1579523"/>
      </p:ext>
    </p:extLst>
  </p:cSld>
  <p:clrMapOvr>
    <a:masterClrMapping/>
  </p:clrMapOvr>
  <p:extLst>
    <p:ext uri="{DCECCB84-F9BA-43D5-87BE-67443E8EF086}">
      <p15:sldGuideLst xmlns:p15="http://schemas.microsoft.com/office/powerpoint/2012/main">
        <p15:guide id="1" orient="horz" pos="95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Your Team 9">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C63D41D-0770-4492-ABEE-A65D650856FD}"/>
              </a:ext>
            </a:extLst>
          </p:cNvPr>
          <p:cNvGraphicFramePr>
            <a:graphicFrameLocks noChangeAspect="1"/>
          </p:cNvGraphicFramePr>
          <p:nvPr userDrawn="1">
            <p:custDataLst>
              <p:tags r:id="rId1"/>
            </p:custDataLst>
            <p:extLst>
              <p:ext uri="{D42A27DB-BD31-4B8C-83A1-F6EECF244321}">
                <p14:modId xmlns:p14="http://schemas.microsoft.com/office/powerpoint/2010/main" val="16219895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4" name="Object 3" hidden="1">
                        <a:extLst>
                          <a:ext uri="{FF2B5EF4-FFF2-40B4-BE49-F238E27FC236}">
                            <a16:creationId xmlns:a16="http://schemas.microsoft.com/office/drawing/2014/main" id="{CC63D41D-0770-4492-ABEE-A65D650856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cxnSp>
        <p:nvCxnSpPr>
          <p:cNvPr id="30" name="Straight Connector 1">
            <a:extLst>
              <a:ext uri="{FF2B5EF4-FFF2-40B4-BE49-F238E27FC236}">
                <a16:creationId xmlns:a16="http://schemas.microsoft.com/office/drawing/2014/main" id="{72B66F29-4BB9-43E7-91B3-E472F052EC1D}"/>
              </a:ext>
            </a:extLst>
          </p:cNvPr>
          <p:cNvCxnSpPr/>
          <p:nvPr userDrawn="1"/>
        </p:nvCxnSpPr>
        <p:spPr>
          <a:xfrm>
            <a:off x="659210" y="1288900"/>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42" name="Straight Connector 2">
            <a:extLst>
              <a:ext uri="{FF2B5EF4-FFF2-40B4-BE49-F238E27FC236}">
                <a16:creationId xmlns:a16="http://schemas.microsoft.com/office/drawing/2014/main" id="{257E2541-75EC-4534-A37F-2B8972593B2B}"/>
              </a:ext>
            </a:extLst>
          </p:cNvPr>
          <p:cNvCxnSpPr/>
          <p:nvPr userDrawn="1"/>
        </p:nvCxnSpPr>
        <p:spPr>
          <a:xfrm>
            <a:off x="4489707" y="1288900"/>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44" name="Straight Connector 3">
            <a:extLst>
              <a:ext uri="{FF2B5EF4-FFF2-40B4-BE49-F238E27FC236}">
                <a16:creationId xmlns:a16="http://schemas.microsoft.com/office/drawing/2014/main" id="{7D9AB941-9CF3-4DB5-A22D-0EDAF8EE6712}"/>
              </a:ext>
            </a:extLst>
          </p:cNvPr>
          <p:cNvCxnSpPr/>
          <p:nvPr userDrawn="1"/>
        </p:nvCxnSpPr>
        <p:spPr>
          <a:xfrm>
            <a:off x="8320207" y="1288900"/>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46" name="Straight Connector 4">
            <a:extLst>
              <a:ext uri="{FF2B5EF4-FFF2-40B4-BE49-F238E27FC236}">
                <a16:creationId xmlns:a16="http://schemas.microsoft.com/office/drawing/2014/main" id="{9F3EF7DD-B5AC-4741-905A-25E6C107B35E}"/>
              </a:ext>
            </a:extLst>
          </p:cNvPr>
          <p:cNvCxnSpPr/>
          <p:nvPr userDrawn="1"/>
        </p:nvCxnSpPr>
        <p:spPr>
          <a:xfrm>
            <a:off x="626108" y="4503800"/>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48" name="Straight Connector 5">
            <a:extLst>
              <a:ext uri="{FF2B5EF4-FFF2-40B4-BE49-F238E27FC236}">
                <a16:creationId xmlns:a16="http://schemas.microsoft.com/office/drawing/2014/main" id="{F2785DBA-BBCD-445D-B178-3F7C064B39EE}"/>
              </a:ext>
            </a:extLst>
          </p:cNvPr>
          <p:cNvCxnSpPr/>
          <p:nvPr userDrawn="1"/>
        </p:nvCxnSpPr>
        <p:spPr>
          <a:xfrm>
            <a:off x="4469898" y="4503800"/>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50" name="Straight Connector 6">
            <a:extLst>
              <a:ext uri="{FF2B5EF4-FFF2-40B4-BE49-F238E27FC236}">
                <a16:creationId xmlns:a16="http://schemas.microsoft.com/office/drawing/2014/main" id="{C95968D6-0AEE-47B6-A12A-3801EB985363}"/>
              </a:ext>
            </a:extLst>
          </p:cNvPr>
          <p:cNvCxnSpPr/>
          <p:nvPr userDrawn="1"/>
        </p:nvCxnSpPr>
        <p:spPr>
          <a:xfrm>
            <a:off x="8313689" y="4503800"/>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sp>
        <p:nvSpPr>
          <p:cNvPr id="51" name="Picture Placeholder 11">
            <a:extLst>
              <a:ext uri="{FF2B5EF4-FFF2-40B4-BE49-F238E27FC236}">
                <a16:creationId xmlns:a16="http://schemas.microsoft.com/office/drawing/2014/main" id="{18503961-AF5B-459B-8184-40C41EE1E9B4}"/>
              </a:ext>
            </a:extLst>
          </p:cNvPr>
          <p:cNvSpPr>
            <a:spLocks noGrp="1"/>
          </p:cNvSpPr>
          <p:nvPr>
            <p:ph type="pic" sz="quarter" idx="10"/>
          </p:nvPr>
        </p:nvSpPr>
        <p:spPr>
          <a:xfrm>
            <a:off x="659829" y="1378800"/>
            <a:ext cx="1107692" cy="1440000"/>
          </a:xfrm>
        </p:spPr>
        <p:txBody>
          <a:bodyPr/>
          <a:lstStyle>
            <a:lvl1pPr marL="0" indent="0">
              <a:buNone/>
              <a:defRPr sz="1300"/>
            </a:lvl1pPr>
          </a:lstStyle>
          <a:p>
            <a:endParaRPr lang="en-GB" dirty="0"/>
          </a:p>
        </p:txBody>
      </p:sp>
      <p:sp>
        <p:nvSpPr>
          <p:cNvPr id="52" name="Text Placeholder 13">
            <a:extLst>
              <a:ext uri="{FF2B5EF4-FFF2-40B4-BE49-F238E27FC236}">
                <a16:creationId xmlns:a16="http://schemas.microsoft.com/office/drawing/2014/main" id="{145DD704-2320-4F68-BD6B-9DB20D9E2096}"/>
              </a:ext>
            </a:extLst>
          </p:cNvPr>
          <p:cNvSpPr>
            <a:spLocks noGrp="1"/>
          </p:cNvSpPr>
          <p:nvPr>
            <p:ph type="body" sz="quarter" idx="11"/>
          </p:nvPr>
        </p:nvSpPr>
        <p:spPr>
          <a:xfrm>
            <a:off x="1928951" y="1378800"/>
            <a:ext cx="1960289" cy="1440000"/>
          </a:xfrm>
        </p:spPr>
        <p:txBody>
          <a:bodyPr/>
          <a:lstStyle>
            <a:lvl1pPr marL="0" indent="0" rtl="0">
              <a:spcBef>
                <a:spcPts val="0"/>
              </a:spcBef>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69" name="Picture Placeholder 11">
            <a:extLst>
              <a:ext uri="{FF2B5EF4-FFF2-40B4-BE49-F238E27FC236}">
                <a16:creationId xmlns:a16="http://schemas.microsoft.com/office/drawing/2014/main" id="{EEA9C691-751E-4F1C-B4F7-2DAB29847E67}"/>
              </a:ext>
            </a:extLst>
          </p:cNvPr>
          <p:cNvSpPr>
            <a:spLocks noGrp="1"/>
          </p:cNvSpPr>
          <p:nvPr>
            <p:ph type="pic" sz="quarter" idx="12"/>
          </p:nvPr>
        </p:nvSpPr>
        <p:spPr>
          <a:xfrm>
            <a:off x="4484400" y="1378800"/>
            <a:ext cx="1107692" cy="1440000"/>
          </a:xfrm>
        </p:spPr>
        <p:txBody>
          <a:bodyPr/>
          <a:lstStyle>
            <a:lvl1pPr marL="0" indent="0">
              <a:buNone/>
              <a:defRPr sz="1300"/>
            </a:lvl1pPr>
          </a:lstStyle>
          <a:p>
            <a:endParaRPr lang="en-GB"/>
          </a:p>
        </p:txBody>
      </p:sp>
      <p:sp>
        <p:nvSpPr>
          <p:cNvPr id="70" name="Text Placeholder 13">
            <a:extLst>
              <a:ext uri="{FF2B5EF4-FFF2-40B4-BE49-F238E27FC236}">
                <a16:creationId xmlns:a16="http://schemas.microsoft.com/office/drawing/2014/main" id="{049A99F0-45AB-41D0-8415-98FDAC477CC2}"/>
              </a:ext>
            </a:extLst>
          </p:cNvPr>
          <p:cNvSpPr>
            <a:spLocks noGrp="1"/>
          </p:cNvSpPr>
          <p:nvPr>
            <p:ph type="body" sz="quarter" idx="13"/>
          </p:nvPr>
        </p:nvSpPr>
        <p:spPr>
          <a:xfrm>
            <a:off x="5741527" y="1378800"/>
            <a:ext cx="1958400" cy="1440000"/>
          </a:xfrm>
        </p:spPr>
        <p:txBody>
          <a:bodyPr/>
          <a:lstStyle>
            <a:lvl1pPr marL="0" indent="0" rtl="0">
              <a:spcBef>
                <a:spcPts val="0"/>
              </a:spcBef>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71" name="Picture Placeholder 11">
            <a:extLst>
              <a:ext uri="{FF2B5EF4-FFF2-40B4-BE49-F238E27FC236}">
                <a16:creationId xmlns:a16="http://schemas.microsoft.com/office/drawing/2014/main" id="{9DFA3BD3-99F6-4738-B84C-A2256D27E39A}"/>
              </a:ext>
            </a:extLst>
          </p:cNvPr>
          <p:cNvSpPr>
            <a:spLocks noGrp="1"/>
          </p:cNvSpPr>
          <p:nvPr>
            <p:ph type="pic" sz="quarter" idx="14"/>
          </p:nvPr>
        </p:nvSpPr>
        <p:spPr>
          <a:xfrm>
            <a:off x="8321689" y="1378800"/>
            <a:ext cx="1107692" cy="1440000"/>
          </a:xfrm>
        </p:spPr>
        <p:txBody>
          <a:bodyPr/>
          <a:lstStyle>
            <a:lvl1pPr marL="0" indent="0">
              <a:buNone/>
              <a:defRPr sz="1300"/>
            </a:lvl1pPr>
          </a:lstStyle>
          <a:p>
            <a:endParaRPr lang="en-GB" dirty="0"/>
          </a:p>
        </p:txBody>
      </p:sp>
      <p:sp>
        <p:nvSpPr>
          <p:cNvPr id="72" name="Text Placeholder 13">
            <a:extLst>
              <a:ext uri="{FF2B5EF4-FFF2-40B4-BE49-F238E27FC236}">
                <a16:creationId xmlns:a16="http://schemas.microsoft.com/office/drawing/2014/main" id="{3E302D3D-D36E-4121-B68D-9E6C099C15B9}"/>
              </a:ext>
            </a:extLst>
          </p:cNvPr>
          <p:cNvSpPr>
            <a:spLocks noGrp="1"/>
          </p:cNvSpPr>
          <p:nvPr>
            <p:ph type="body" sz="quarter" idx="15"/>
          </p:nvPr>
        </p:nvSpPr>
        <p:spPr>
          <a:xfrm>
            <a:off x="9604164" y="1378800"/>
            <a:ext cx="1958400" cy="1440000"/>
          </a:xfrm>
        </p:spPr>
        <p:txBody>
          <a:bodyPr/>
          <a:lstStyle>
            <a:lvl1pPr marL="0" indent="0" rtl="0">
              <a:spcBef>
                <a:spcPts val="0"/>
              </a:spcBef>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73" name="Picture Placeholder 11">
            <a:extLst>
              <a:ext uri="{FF2B5EF4-FFF2-40B4-BE49-F238E27FC236}">
                <a16:creationId xmlns:a16="http://schemas.microsoft.com/office/drawing/2014/main" id="{1CFE7F3A-743A-44E9-B037-443663ED7DAB}"/>
              </a:ext>
            </a:extLst>
          </p:cNvPr>
          <p:cNvSpPr>
            <a:spLocks noGrp="1"/>
          </p:cNvSpPr>
          <p:nvPr>
            <p:ph type="pic" sz="quarter" idx="16"/>
          </p:nvPr>
        </p:nvSpPr>
        <p:spPr>
          <a:xfrm>
            <a:off x="657371" y="2977200"/>
            <a:ext cx="1107692" cy="1440000"/>
          </a:xfrm>
        </p:spPr>
        <p:txBody>
          <a:bodyPr/>
          <a:lstStyle>
            <a:lvl1pPr marL="0" indent="0">
              <a:buNone/>
              <a:defRPr sz="1300"/>
            </a:lvl1pPr>
          </a:lstStyle>
          <a:p>
            <a:endParaRPr lang="en-GB"/>
          </a:p>
        </p:txBody>
      </p:sp>
      <p:sp>
        <p:nvSpPr>
          <p:cNvPr id="74" name="Text Placeholder 13">
            <a:extLst>
              <a:ext uri="{FF2B5EF4-FFF2-40B4-BE49-F238E27FC236}">
                <a16:creationId xmlns:a16="http://schemas.microsoft.com/office/drawing/2014/main" id="{ABA8F7A1-3148-4F09-87DC-5B5AE4E37F6C}"/>
              </a:ext>
            </a:extLst>
          </p:cNvPr>
          <p:cNvSpPr>
            <a:spLocks noGrp="1"/>
          </p:cNvSpPr>
          <p:nvPr>
            <p:ph type="body" sz="quarter" idx="17"/>
          </p:nvPr>
        </p:nvSpPr>
        <p:spPr>
          <a:xfrm>
            <a:off x="1926495" y="2977200"/>
            <a:ext cx="1929646" cy="1440000"/>
          </a:xfrm>
        </p:spPr>
        <p:txBody>
          <a:bodyPr/>
          <a:lstStyle>
            <a:lvl1pPr marL="0" indent="0" rtl="0">
              <a:spcBef>
                <a:spcPts val="0"/>
              </a:spcBef>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75" name="Picture Placeholder 11">
            <a:extLst>
              <a:ext uri="{FF2B5EF4-FFF2-40B4-BE49-F238E27FC236}">
                <a16:creationId xmlns:a16="http://schemas.microsoft.com/office/drawing/2014/main" id="{B9C76301-A456-4157-AD36-1A04F481041A}"/>
              </a:ext>
            </a:extLst>
          </p:cNvPr>
          <p:cNvSpPr>
            <a:spLocks noGrp="1"/>
          </p:cNvSpPr>
          <p:nvPr>
            <p:ph type="pic" sz="quarter" idx="18"/>
          </p:nvPr>
        </p:nvSpPr>
        <p:spPr>
          <a:xfrm>
            <a:off x="4484400" y="2977200"/>
            <a:ext cx="1107692" cy="1440000"/>
          </a:xfrm>
        </p:spPr>
        <p:txBody>
          <a:bodyPr/>
          <a:lstStyle>
            <a:lvl1pPr marL="0" indent="0">
              <a:buNone/>
              <a:defRPr sz="1300"/>
            </a:lvl1pPr>
          </a:lstStyle>
          <a:p>
            <a:endParaRPr lang="en-GB"/>
          </a:p>
        </p:txBody>
      </p:sp>
      <p:sp>
        <p:nvSpPr>
          <p:cNvPr id="76" name="Text Placeholder 13">
            <a:extLst>
              <a:ext uri="{FF2B5EF4-FFF2-40B4-BE49-F238E27FC236}">
                <a16:creationId xmlns:a16="http://schemas.microsoft.com/office/drawing/2014/main" id="{1E812374-AD00-4ECD-BB41-F3D94C79199E}"/>
              </a:ext>
            </a:extLst>
          </p:cNvPr>
          <p:cNvSpPr>
            <a:spLocks noGrp="1"/>
          </p:cNvSpPr>
          <p:nvPr>
            <p:ph type="body" sz="quarter" idx="19"/>
          </p:nvPr>
        </p:nvSpPr>
        <p:spPr>
          <a:xfrm>
            <a:off x="5745946" y="2977200"/>
            <a:ext cx="1958400" cy="1440000"/>
          </a:xfrm>
        </p:spPr>
        <p:txBody>
          <a:bodyPr/>
          <a:lstStyle>
            <a:lvl1pPr marL="0" indent="0" rtl="0">
              <a:spcBef>
                <a:spcPts val="0"/>
              </a:spcBef>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77" name="Picture Placeholder 11">
            <a:extLst>
              <a:ext uri="{FF2B5EF4-FFF2-40B4-BE49-F238E27FC236}">
                <a16:creationId xmlns:a16="http://schemas.microsoft.com/office/drawing/2014/main" id="{2B95C689-80EE-4696-91D0-DB7FF5167F7E}"/>
              </a:ext>
            </a:extLst>
          </p:cNvPr>
          <p:cNvSpPr>
            <a:spLocks noGrp="1"/>
          </p:cNvSpPr>
          <p:nvPr>
            <p:ph type="pic" sz="quarter" idx="20"/>
          </p:nvPr>
        </p:nvSpPr>
        <p:spPr>
          <a:xfrm>
            <a:off x="8322476" y="2977200"/>
            <a:ext cx="1107692" cy="1440000"/>
          </a:xfrm>
        </p:spPr>
        <p:txBody>
          <a:bodyPr/>
          <a:lstStyle>
            <a:lvl1pPr marL="0" indent="0">
              <a:buNone/>
              <a:defRPr sz="1300"/>
            </a:lvl1pPr>
          </a:lstStyle>
          <a:p>
            <a:endParaRPr lang="en-GB" dirty="0"/>
          </a:p>
        </p:txBody>
      </p:sp>
      <p:sp>
        <p:nvSpPr>
          <p:cNvPr id="78" name="Text Placeholder 13">
            <a:extLst>
              <a:ext uri="{FF2B5EF4-FFF2-40B4-BE49-F238E27FC236}">
                <a16:creationId xmlns:a16="http://schemas.microsoft.com/office/drawing/2014/main" id="{0DA448F5-1C77-4398-9480-FC61592AFE1F}"/>
              </a:ext>
            </a:extLst>
          </p:cNvPr>
          <p:cNvSpPr>
            <a:spLocks noGrp="1"/>
          </p:cNvSpPr>
          <p:nvPr>
            <p:ph type="body" sz="quarter" idx="21"/>
          </p:nvPr>
        </p:nvSpPr>
        <p:spPr>
          <a:xfrm>
            <a:off x="9609810" y="2977200"/>
            <a:ext cx="1958400" cy="1440000"/>
          </a:xfrm>
        </p:spPr>
        <p:txBody>
          <a:bodyPr/>
          <a:lstStyle>
            <a:lvl1pPr marL="0" indent="0" rtl="0">
              <a:spcBef>
                <a:spcPts val="0"/>
              </a:spcBef>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87" name="Picture Placeholder 11">
            <a:extLst>
              <a:ext uri="{FF2B5EF4-FFF2-40B4-BE49-F238E27FC236}">
                <a16:creationId xmlns:a16="http://schemas.microsoft.com/office/drawing/2014/main" id="{4AA81E41-B631-4BBD-921F-C9A4AB5FDA07}"/>
              </a:ext>
            </a:extLst>
          </p:cNvPr>
          <p:cNvSpPr>
            <a:spLocks noGrp="1"/>
          </p:cNvSpPr>
          <p:nvPr>
            <p:ph type="pic" sz="quarter" idx="22"/>
          </p:nvPr>
        </p:nvSpPr>
        <p:spPr>
          <a:xfrm>
            <a:off x="661066" y="4584320"/>
            <a:ext cx="1107692" cy="1440000"/>
          </a:xfrm>
        </p:spPr>
        <p:txBody>
          <a:bodyPr/>
          <a:lstStyle>
            <a:lvl1pPr marL="0" indent="0">
              <a:buNone/>
              <a:defRPr sz="1300"/>
            </a:lvl1pPr>
          </a:lstStyle>
          <a:p>
            <a:endParaRPr lang="en-GB"/>
          </a:p>
        </p:txBody>
      </p:sp>
      <p:sp>
        <p:nvSpPr>
          <p:cNvPr id="88" name="Text Placeholder 13">
            <a:extLst>
              <a:ext uri="{FF2B5EF4-FFF2-40B4-BE49-F238E27FC236}">
                <a16:creationId xmlns:a16="http://schemas.microsoft.com/office/drawing/2014/main" id="{3AD14178-21AA-4B4A-8B1E-A1422B26985D}"/>
              </a:ext>
            </a:extLst>
          </p:cNvPr>
          <p:cNvSpPr>
            <a:spLocks noGrp="1"/>
          </p:cNvSpPr>
          <p:nvPr>
            <p:ph type="body" sz="quarter" idx="23"/>
          </p:nvPr>
        </p:nvSpPr>
        <p:spPr>
          <a:xfrm>
            <a:off x="1930190" y="4584320"/>
            <a:ext cx="1929646" cy="1440000"/>
          </a:xfrm>
        </p:spPr>
        <p:txBody>
          <a:bodyPr/>
          <a:lstStyle>
            <a:lvl1pPr marL="0" indent="0" rtl="0">
              <a:spcBef>
                <a:spcPts val="0"/>
              </a:spcBef>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89" name="Picture Placeholder 11">
            <a:extLst>
              <a:ext uri="{FF2B5EF4-FFF2-40B4-BE49-F238E27FC236}">
                <a16:creationId xmlns:a16="http://schemas.microsoft.com/office/drawing/2014/main" id="{54E8FF84-2420-4B62-80EC-0A53BA6AE8AB}"/>
              </a:ext>
            </a:extLst>
          </p:cNvPr>
          <p:cNvSpPr>
            <a:spLocks noGrp="1"/>
          </p:cNvSpPr>
          <p:nvPr>
            <p:ph type="pic" sz="quarter" idx="24"/>
          </p:nvPr>
        </p:nvSpPr>
        <p:spPr>
          <a:xfrm>
            <a:off x="4488095" y="4584320"/>
            <a:ext cx="1107692" cy="1440000"/>
          </a:xfrm>
        </p:spPr>
        <p:txBody>
          <a:bodyPr/>
          <a:lstStyle>
            <a:lvl1pPr marL="0" indent="0">
              <a:buNone/>
              <a:defRPr sz="1300"/>
            </a:lvl1pPr>
          </a:lstStyle>
          <a:p>
            <a:endParaRPr lang="en-GB"/>
          </a:p>
        </p:txBody>
      </p:sp>
      <p:sp>
        <p:nvSpPr>
          <p:cNvPr id="90" name="Text Placeholder 13">
            <a:extLst>
              <a:ext uri="{FF2B5EF4-FFF2-40B4-BE49-F238E27FC236}">
                <a16:creationId xmlns:a16="http://schemas.microsoft.com/office/drawing/2014/main" id="{7D2B7704-012E-4256-9FC1-75941D8DBDB0}"/>
              </a:ext>
            </a:extLst>
          </p:cNvPr>
          <p:cNvSpPr>
            <a:spLocks noGrp="1"/>
          </p:cNvSpPr>
          <p:nvPr>
            <p:ph type="body" sz="quarter" idx="25"/>
          </p:nvPr>
        </p:nvSpPr>
        <p:spPr>
          <a:xfrm>
            <a:off x="5749641" y="4584320"/>
            <a:ext cx="1958400" cy="1440000"/>
          </a:xfrm>
        </p:spPr>
        <p:txBody>
          <a:bodyPr/>
          <a:lstStyle>
            <a:lvl1pPr marL="0" indent="0" rtl="0">
              <a:spcBef>
                <a:spcPts val="0"/>
              </a:spcBef>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91" name="Picture Placeholder 11">
            <a:extLst>
              <a:ext uri="{FF2B5EF4-FFF2-40B4-BE49-F238E27FC236}">
                <a16:creationId xmlns:a16="http://schemas.microsoft.com/office/drawing/2014/main" id="{2560EA2A-221E-49DE-8021-718B5C5AD35F}"/>
              </a:ext>
            </a:extLst>
          </p:cNvPr>
          <p:cNvSpPr>
            <a:spLocks noGrp="1"/>
          </p:cNvSpPr>
          <p:nvPr>
            <p:ph type="pic" sz="quarter" idx="26"/>
          </p:nvPr>
        </p:nvSpPr>
        <p:spPr>
          <a:xfrm>
            <a:off x="8326171" y="4584320"/>
            <a:ext cx="1107692" cy="1440000"/>
          </a:xfrm>
        </p:spPr>
        <p:txBody>
          <a:bodyPr/>
          <a:lstStyle>
            <a:lvl1pPr marL="0" indent="0">
              <a:buNone/>
              <a:defRPr sz="1300"/>
            </a:lvl1pPr>
          </a:lstStyle>
          <a:p>
            <a:endParaRPr lang="en-GB" dirty="0"/>
          </a:p>
        </p:txBody>
      </p:sp>
      <p:sp>
        <p:nvSpPr>
          <p:cNvPr id="92" name="Text Placeholder 13">
            <a:extLst>
              <a:ext uri="{FF2B5EF4-FFF2-40B4-BE49-F238E27FC236}">
                <a16:creationId xmlns:a16="http://schemas.microsoft.com/office/drawing/2014/main" id="{422CA68E-022A-4AFA-A171-4E9350FAA695}"/>
              </a:ext>
            </a:extLst>
          </p:cNvPr>
          <p:cNvSpPr>
            <a:spLocks noGrp="1"/>
          </p:cNvSpPr>
          <p:nvPr>
            <p:ph type="body" sz="quarter" idx="27"/>
          </p:nvPr>
        </p:nvSpPr>
        <p:spPr>
          <a:xfrm>
            <a:off x="9613505" y="4584320"/>
            <a:ext cx="1958400" cy="1440000"/>
          </a:xfrm>
        </p:spPr>
        <p:txBody>
          <a:bodyPr/>
          <a:lstStyle>
            <a:lvl1pPr marL="0" indent="0" rtl="0">
              <a:spcBef>
                <a:spcPts val="0"/>
              </a:spcBef>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cxnSp>
        <p:nvCxnSpPr>
          <p:cNvPr id="53" name="Straight Connector 1">
            <a:extLst>
              <a:ext uri="{FF2B5EF4-FFF2-40B4-BE49-F238E27FC236}">
                <a16:creationId xmlns:a16="http://schemas.microsoft.com/office/drawing/2014/main" id="{264BB3F5-B469-4C2C-8B16-350620A1045B}"/>
              </a:ext>
            </a:extLst>
          </p:cNvPr>
          <p:cNvCxnSpPr/>
          <p:nvPr userDrawn="1"/>
        </p:nvCxnSpPr>
        <p:spPr>
          <a:xfrm>
            <a:off x="659210" y="2895450"/>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54" name="Straight Connector 2">
            <a:extLst>
              <a:ext uri="{FF2B5EF4-FFF2-40B4-BE49-F238E27FC236}">
                <a16:creationId xmlns:a16="http://schemas.microsoft.com/office/drawing/2014/main" id="{5B433AAA-E293-4BCC-B5BF-EA6234F3FBE2}"/>
              </a:ext>
            </a:extLst>
          </p:cNvPr>
          <p:cNvCxnSpPr/>
          <p:nvPr userDrawn="1"/>
        </p:nvCxnSpPr>
        <p:spPr>
          <a:xfrm>
            <a:off x="4489707" y="2895450"/>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55" name="Straight Connector 3">
            <a:extLst>
              <a:ext uri="{FF2B5EF4-FFF2-40B4-BE49-F238E27FC236}">
                <a16:creationId xmlns:a16="http://schemas.microsoft.com/office/drawing/2014/main" id="{7EF1169E-A1D6-4EE9-9AEB-8E34D66F6936}"/>
              </a:ext>
            </a:extLst>
          </p:cNvPr>
          <p:cNvCxnSpPr/>
          <p:nvPr userDrawn="1"/>
        </p:nvCxnSpPr>
        <p:spPr>
          <a:xfrm>
            <a:off x="8320207" y="2895450"/>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109A17A-EAF6-47D3-9253-D1B807E2C6FA}"/>
              </a:ext>
            </a:extLst>
          </p:cNvPr>
          <p:cNvCxnSpPr>
            <a:cxnSpLocks/>
          </p:cNvCxnSpPr>
          <p:nvPr userDrawn="1"/>
        </p:nvCxnSpPr>
        <p:spPr>
          <a:xfrm>
            <a:off x="4195977" y="1126799"/>
            <a:ext cx="0" cy="493200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D661787-B3D8-473A-9127-EE0EC01B5ABF}"/>
              </a:ext>
            </a:extLst>
          </p:cNvPr>
          <p:cNvCxnSpPr>
            <a:cxnSpLocks/>
          </p:cNvCxnSpPr>
          <p:nvPr userDrawn="1"/>
        </p:nvCxnSpPr>
        <p:spPr>
          <a:xfrm>
            <a:off x="8023022" y="1126799"/>
            <a:ext cx="0" cy="493200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3855988"/>
      </p:ext>
    </p:extLst>
  </p:cSld>
  <p:clrMapOvr>
    <a:masterClrMapping/>
  </p:clrMapOvr>
  <p:extLst>
    <p:ext uri="{DCECCB84-F9BA-43D5-87BE-67443E8EF086}">
      <p15:sldGuideLst xmlns:p15="http://schemas.microsoft.com/office/powerpoint/2012/main">
        <p15:guide id="1" orient="horz" pos="95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Your Team 12">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02A7216A-74E1-4AEC-9EFA-D838A1D85ED2}"/>
              </a:ext>
            </a:extLst>
          </p:cNvPr>
          <p:cNvGraphicFramePr>
            <a:graphicFrameLocks noChangeAspect="1"/>
          </p:cNvGraphicFramePr>
          <p:nvPr userDrawn="1">
            <p:custDataLst>
              <p:tags r:id="rId1"/>
            </p:custDataLst>
            <p:extLst>
              <p:ext uri="{D42A27DB-BD31-4B8C-83A1-F6EECF244321}">
                <p14:modId xmlns:p14="http://schemas.microsoft.com/office/powerpoint/2010/main" val="4935441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8" progId="TCLayout.ActiveDocument.1">
                  <p:embed/>
                </p:oleObj>
              </mc:Choice>
              <mc:Fallback>
                <p:oleObj name="think-cell Slide" r:id="rId3" imgW="348" imgH="348" progId="TCLayout.ActiveDocument.1">
                  <p:embed/>
                  <p:pic>
                    <p:nvPicPr>
                      <p:cNvPr id="4" name="Object 3" hidden="1">
                        <a:extLst>
                          <a:ext uri="{FF2B5EF4-FFF2-40B4-BE49-F238E27FC236}">
                            <a16:creationId xmlns:a16="http://schemas.microsoft.com/office/drawing/2014/main" id="{02A7216A-74E1-4AEC-9EFA-D838A1D85E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GB"/>
              <a:t>Click to edit Master title style</a:t>
            </a:r>
            <a:endParaRPr lang="en-GB" dirty="0"/>
          </a:p>
        </p:txBody>
      </p:sp>
      <p:cxnSp>
        <p:nvCxnSpPr>
          <p:cNvPr id="23" name="Straight Connector 1">
            <a:extLst>
              <a:ext uri="{FF2B5EF4-FFF2-40B4-BE49-F238E27FC236}">
                <a16:creationId xmlns:a16="http://schemas.microsoft.com/office/drawing/2014/main" id="{3C04DD2B-414F-4A0B-B6A5-9CCDC6EE7333}"/>
              </a:ext>
            </a:extLst>
          </p:cNvPr>
          <p:cNvCxnSpPr/>
          <p:nvPr userDrawn="1"/>
        </p:nvCxnSpPr>
        <p:spPr>
          <a:xfrm>
            <a:off x="659210" y="2352788"/>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25" name="Straight Connector 2">
            <a:extLst>
              <a:ext uri="{FF2B5EF4-FFF2-40B4-BE49-F238E27FC236}">
                <a16:creationId xmlns:a16="http://schemas.microsoft.com/office/drawing/2014/main" id="{28B9E550-0B5A-4F62-9020-432DEE82348B}"/>
              </a:ext>
            </a:extLst>
          </p:cNvPr>
          <p:cNvCxnSpPr/>
          <p:nvPr userDrawn="1"/>
        </p:nvCxnSpPr>
        <p:spPr>
          <a:xfrm>
            <a:off x="4489707" y="2352788"/>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27" name="Straight Connector 3">
            <a:extLst>
              <a:ext uri="{FF2B5EF4-FFF2-40B4-BE49-F238E27FC236}">
                <a16:creationId xmlns:a16="http://schemas.microsoft.com/office/drawing/2014/main" id="{50922200-C13D-45B8-B3E1-741D11D77BF8}"/>
              </a:ext>
            </a:extLst>
          </p:cNvPr>
          <p:cNvCxnSpPr/>
          <p:nvPr userDrawn="1"/>
        </p:nvCxnSpPr>
        <p:spPr>
          <a:xfrm>
            <a:off x="8320207" y="2352788"/>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29" name="Straight Connector 4">
            <a:extLst>
              <a:ext uri="{FF2B5EF4-FFF2-40B4-BE49-F238E27FC236}">
                <a16:creationId xmlns:a16="http://schemas.microsoft.com/office/drawing/2014/main" id="{E48C936A-751E-44D1-96C5-1A16BC6AAAF3}"/>
              </a:ext>
            </a:extLst>
          </p:cNvPr>
          <p:cNvCxnSpPr/>
          <p:nvPr userDrawn="1"/>
        </p:nvCxnSpPr>
        <p:spPr>
          <a:xfrm>
            <a:off x="626108" y="3547988"/>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31" name="Straight Connector 5">
            <a:extLst>
              <a:ext uri="{FF2B5EF4-FFF2-40B4-BE49-F238E27FC236}">
                <a16:creationId xmlns:a16="http://schemas.microsoft.com/office/drawing/2014/main" id="{DD183300-F5AF-4EA9-BE7F-BACC2148F559}"/>
              </a:ext>
            </a:extLst>
          </p:cNvPr>
          <p:cNvCxnSpPr/>
          <p:nvPr userDrawn="1"/>
        </p:nvCxnSpPr>
        <p:spPr>
          <a:xfrm>
            <a:off x="4469898" y="3547988"/>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33" name="Straight Connector 6">
            <a:extLst>
              <a:ext uri="{FF2B5EF4-FFF2-40B4-BE49-F238E27FC236}">
                <a16:creationId xmlns:a16="http://schemas.microsoft.com/office/drawing/2014/main" id="{E2196C3F-103E-45F3-AE87-741F357734CB}"/>
              </a:ext>
            </a:extLst>
          </p:cNvPr>
          <p:cNvCxnSpPr/>
          <p:nvPr userDrawn="1"/>
        </p:nvCxnSpPr>
        <p:spPr>
          <a:xfrm>
            <a:off x="8313689" y="3547988"/>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sp>
        <p:nvSpPr>
          <p:cNvPr id="34" name="Picture Placeholder 11">
            <a:extLst>
              <a:ext uri="{FF2B5EF4-FFF2-40B4-BE49-F238E27FC236}">
                <a16:creationId xmlns:a16="http://schemas.microsoft.com/office/drawing/2014/main" id="{10A777AC-890F-429C-B6E5-8C4F28A733D5}"/>
              </a:ext>
            </a:extLst>
          </p:cNvPr>
          <p:cNvSpPr>
            <a:spLocks noGrp="1"/>
          </p:cNvSpPr>
          <p:nvPr>
            <p:ph type="pic" sz="quarter" idx="10"/>
          </p:nvPr>
        </p:nvSpPr>
        <p:spPr>
          <a:xfrm>
            <a:off x="659829" y="1231200"/>
            <a:ext cx="1107692" cy="1015200"/>
          </a:xfrm>
        </p:spPr>
        <p:txBody>
          <a:bodyPr/>
          <a:lstStyle>
            <a:lvl1pPr marL="0" indent="0">
              <a:buNone/>
              <a:defRPr sz="1300"/>
            </a:lvl1pPr>
          </a:lstStyle>
          <a:p>
            <a:endParaRPr lang="en-GB" dirty="0"/>
          </a:p>
        </p:txBody>
      </p:sp>
      <p:sp>
        <p:nvSpPr>
          <p:cNvPr id="35" name="Text Placeholder 13">
            <a:extLst>
              <a:ext uri="{FF2B5EF4-FFF2-40B4-BE49-F238E27FC236}">
                <a16:creationId xmlns:a16="http://schemas.microsoft.com/office/drawing/2014/main" id="{685A6D1B-D9A7-4DE0-BB72-C4D960ACDD2C}"/>
              </a:ext>
            </a:extLst>
          </p:cNvPr>
          <p:cNvSpPr>
            <a:spLocks noGrp="1"/>
          </p:cNvSpPr>
          <p:nvPr>
            <p:ph type="body" sz="quarter" idx="11"/>
          </p:nvPr>
        </p:nvSpPr>
        <p:spPr>
          <a:xfrm>
            <a:off x="1928951" y="1231200"/>
            <a:ext cx="1960289" cy="1015200"/>
          </a:xfrm>
        </p:spPr>
        <p:txBody>
          <a:bodyPr/>
          <a:lstStyle>
            <a:lvl1pPr marL="0" indent="0" rtl="0">
              <a:spcBef>
                <a:spcPts val="0"/>
              </a:spcBef>
              <a:spcAft>
                <a:spcPts val="300"/>
              </a:spcAft>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36" name="Picture Placeholder 11">
            <a:extLst>
              <a:ext uri="{FF2B5EF4-FFF2-40B4-BE49-F238E27FC236}">
                <a16:creationId xmlns:a16="http://schemas.microsoft.com/office/drawing/2014/main" id="{368836B8-B41C-483D-823F-98DFF1852A93}"/>
              </a:ext>
            </a:extLst>
          </p:cNvPr>
          <p:cNvSpPr>
            <a:spLocks noGrp="1"/>
          </p:cNvSpPr>
          <p:nvPr>
            <p:ph type="pic" sz="quarter" idx="12"/>
          </p:nvPr>
        </p:nvSpPr>
        <p:spPr>
          <a:xfrm>
            <a:off x="4484400" y="1231200"/>
            <a:ext cx="1107692" cy="1015200"/>
          </a:xfrm>
        </p:spPr>
        <p:txBody>
          <a:bodyPr/>
          <a:lstStyle>
            <a:lvl1pPr marL="0" indent="0">
              <a:buNone/>
              <a:defRPr sz="1300"/>
            </a:lvl1pPr>
          </a:lstStyle>
          <a:p>
            <a:endParaRPr lang="en-GB"/>
          </a:p>
        </p:txBody>
      </p:sp>
      <p:sp>
        <p:nvSpPr>
          <p:cNvPr id="37" name="Text Placeholder 13">
            <a:extLst>
              <a:ext uri="{FF2B5EF4-FFF2-40B4-BE49-F238E27FC236}">
                <a16:creationId xmlns:a16="http://schemas.microsoft.com/office/drawing/2014/main" id="{432F8970-D6E4-41BA-B648-3616E8D8E9C2}"/>
              </a:ext>
            </a:extLst>
          </p:cNvPr>
          <p:cNvSpPr>
            <a:spLocks noGrp="1"/>
          </p:cNvSpPr>
          <p:nvPr>
            <p:ph type="body" sz="quarter" idx="13"/>
          </p:nvPr>
        </p:nvSpPr>
        <p:spPr>
          <a:xfrm>
            <a:off x="5741527" y="1231200"/>
            <a:ext cx="1958400" cy="1015200"/>
          </a:xfrm>
        </p:spPr>
        <p:txBody>
          <a:bodyPr/>
          <a:lstStyle>
            <a:lvl1pPr marL="0" indent="0" rtl="0">
              <a:spcBef>
                <a:spcPts val="0"/>
              </a:spcBef>
              <a:spcAft>
                <a:spcPts val="300"/>
              </a:spcAft>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38" name="Picture Placeholder 11">
            <a:extLst>
              <a:ext uri="{FF2B5EF4-FFF2-40B4-BE49-F238E27FC236}">
                <a16:creationId xmlns:a16="http://schemas.microsoft.com/office/drawing/2014/main" id="{41906F97-5A99-41EA-A331-FFCEFF8D5643}"/>
              </a:ext>
            </a:extLst>
          </p:cNvPr>
          <p:cNvSpPr>
            <a:spLocks noGrp="1"/>
          </p:cNvSpPr>
          <p:nvPr>
            <p:ph type="pic" sz="quarter" idx="14"/>
          </p:nvPr>
        </p:nvSpPr>
        <p:spPr>
          <a:xfrm>
            <a:off x="8321689" y="1231200"/>
            <a:ext cx="1107692" cy="1015200"/>
          </a:xfrm>
        </p:spPr>
        <p:txBody>
          <a:bodyPr/>
          <a:lstStyle>
            <a:lvl1pPr marL="0" indent="0">
              <a:buNone/>
              <a:defRPr sz="1300"/>
            </a:lvl1pPr>
          </a:lstStyle>
          <a:p>
            <a:endParaRPr lang="en-GB" dirty="0"/>
          </a:p>
        </p:txBody>
      </p:sp>
      <p:sp>
        <p:nvSpPr>
          <p:cNvPr id="39" name="Text Placeholder 13">
            <a:extLst>
              <a:ext uri="{FF2B5EF4-FFF2-40B4-BE49-F238E27FC236}">
                <a16:creationId xmlns:a16="http://schemas.microsoft.com/office/drawing/2014/main" id="{B515DF86-0955-4F94-ADFA-E791161E540B}"/>
              </a:ext>
            </a:extLst>
          </p:cNvPr>
          <p:cNvSpPr>
            <a:spLocks noGrp="1"/>
          </p:cNvSpPr>
          <p:nvPr>
            <p:ph type="body" sz="quarter" idx="15"/>
          </p:nvPr>
        </p:nvSpPr>
        <p:spPr>
          <a:xfrm>
            <a:off x="9604164" y="1231200"/>
            <a:ext cx="1958400" cy="1015200"/>
          </a:xfrm>
        </p:spPr>
        <p:txBody>
          <a:bodyPr/>
          <a:lstStyle>
            <a:lvl1pPr marL="0" indent="0" rtl="0">
              <a:spcBef>
                <a:spcPts val="0"/>
              </a:spcBef>
              <a:spcAft>
                <a:spcPts val="300"/>
              </a:spcAft>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40" name="Picture Placeholder 11">
            <a:extLst>
              <a:ext uri="{FF2B5EF4-FFF2-40B4-BE49-F238E27FC236}">
                <a16:creationId xmlns:a16="http://schemas.microsoft.com/office/drawing/2014/main" id="{34BAF261-11AC-4A2F-AA62-8E15C01770B2}"/>
              </a:ext>
            </a:extLst>
          </p:cNvPr>
          <p:cNvSpPr>
            <a:spLocks noGrp="1"/>
          </p:cNvSpPr>
          <p:nvPr>
            <p:ph type="pic" sz="quarter" idx="16"/>
          </p:nvPr>
        </p:nvSpPr>
        <p:spPr>
          <a:xfrm>
            <a:off x="657371" y="2426400"/>
            <a:ext cx="1107692" cy="1015200"/>
          </a:xfrm>
        </p:spPr>
        <p:txBody>
          <a:bodyPr/>
          <a:lstStyle>
            <a:lvl1pPr marL="0" indent="0">
              <a:buNone/>
              <a:defRPr sz="1300"/>
            </a:lvl1pPr>
          </a:lstStyle>
          <a:p>
            <a:endParaRPr lang="en-GB"/>
          </a:p>
        </p:txBody>
      </p:sp>
      <p:sp>
        <p:nvSpPr>
          <p:cNvPr id="41" name="Text Placeholder 13">
            <a:extLst>
              <a:ext uri="{FF2B5EF4-FFF2-40B4-BE49-F238E27FC236}">
                <a16:creationId xmlns:a16="http://schemas.microsoft.com/office/drawing/2014/main" id="{0BA3CDC0-ABDB-446D-BD0F-10E895094C9C}"/>
              </a:ext>
            </a:extLst>
          </p:cNvPr>
          <p:cNvSpPr>
            <a:spLocks noGrp="1"/>
          </p:cNvSpPr>
          <p:nvPr>
            <p:ph type="body" sz="quarter" idx="17"/>
          </p:nvPr>
        </p:nvSpPr>
        <p:spPr>
          <a:xfrm>
            <a:off x="1926495" y="2426400"/>
            <a:ext cx="1929646" cy="1015200"/>
          </a:xfrm>
        </p:spPr>
        <p:txBody>
          <a:bodyPr/>
          <a:lstStyle>
            <a:lvl1pPr marL="0" indent="0" rtl="0">
              <a:spcBef>
                <a:spcPts val="0"/>
              </a:spcBef>
              <a:spcAft>
                <a:spcPts val="300"/>
              </a:spcAft>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61" name="Picture Placeholder 11">
            <a:extLst>
              <a:ext uri="{FF2B5EF4-FFF2-40B4-BE49-F238E27FC236}">
                <a16:creationId xmlns:a16="http://schemas.microsoft.com/office/drawing/2014/main" id="{35DFC8FF-4218-49CA-95A9-8E4018F78F16}"/>
              </a:ext>
            </a:extLst>
          </p:cNvPr>
          <p:cNvSpPr>
            <a:spLocks noGrp="1"/>
          </p:cNvSpPr>
          <p:nvPr>
            <p:ph type="pic" sz="quarter" idx="18"/>
          </p:nvPr>
        </p:nvSpPr>
        <p:spPr>
          <a:xfrm>
            <a:off x="4484400" y="2426400"/>
            <a:ext cx="1107692" cy="1015200"/>
          </a:xfrm>
        </p:spPr>
        <p:txBody>
          <a:bodyPr/>
          <a:lstStyle>
            <a:lvl1pPr marL="0" indent="0">
              <a:buNone/>
              <a:defRPr sz="1300"/>
            </a:lvl1pPr>
          </a:lstStyle>
          <a:p>
            <a:endParaRPr lang="en-GB"/>
          </a:p>
        </p:txBody>
      </p:sp>
      <p:sp>
        <p:nvSpPr>
          <p:cNvPr id="62" name="Text Placeholder 13">
            <a:extLst>
              <a:ext uri="{FF2B5EF4-FFF2-40B4-BE49-F238E27FC236}">
                <a16:creationId xmlns:a16="http://schemas.microsoft.com/office/drawing/2014/main" id="{AA47C4F3-8AB3-40E9-85E3-EC7D3F7FF68A}"/>
              </a:ext>
            </a:extLst>
          </p:cNvPr>
          <p:cNvSpPr>
            <a:spLocks noGrp="1"/>
          </p:cNvSpPr>
          <p:nvPr>
            <p:ph type="body" sz="quarter" idx="19"/>
          </p:nvPr>
        </p:nvSpPr>
        <p:spPr>
          <a:xfrm>
            <a:off x="5745946" y="2426400"/>
            <a:ext cx="1958400" cy="1015200"/>
          </a:xfrm>
        </p:spPr>
        <p:txBody>
          <a:bodyPr/>
          <a:lstStyle>
            <a:lvl1pPr marL="0" indent="0" rtl="0">
              <a:spcBef>
                <a:spcPts val="0"/>
              </a:spcBef>
              <a:spcAft>
                <a:spcPts val="300"/>
              </a:spcAft>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63" name="Picture Placeholder 11">
            <a:extLst>
              <a:ext uri="{FF2B5EF4-FFF2-40B4-BE49-F238E27FC236}">
                <a16:creationId xmlns:a16="http://schemas.microsoft.com/office/drawing/2014/main" id="{2876E551-37F6-4D49-8751-B6682F63550E}"/>
              </a:ext>
            </a:extLst>
          </p:cNvPr>
          <p:cNvSpPr>
            <a:spLocks noGrp="1"/>
          </p:cNvSpPr>
          <p:nvPr>
            <p:ph type="pic" sz="quarter" idx="20"/>
          </p:nvPr>
        </p:nvSpPr>
        <p:spPr>
          <a:xfrm>
            <a:off x="8322476" y="2426400"/>
            <a:ext cx="1107692" cy="1015200"/>
          </a:xfrm>
        </p:spPr>
        <p:txBody>
          <a:bodyPr/>
          <a:lstStyle>
            <a:lvl1pPr marL="0" indent="0">
              <a:buNone/>
              <a:defRPr sz="1300"/>
            </a:lvl1pPr>
          </a:lstStyle>
          <a:p>
            <a:endParaRPr lang="en-GB" dirty="0"/>
          </a:p>
        </p:txBody>
      </p:sp>
      <p:sp>
        <p:nvSpPr>
          <p:cNvPr id="64" name="Text Placeholder 13">
            <a:extLst>
              <a:ext uri="{FF2B5EF4-FFF2-40B4-BE49-F238E27FC236}">
                <a16:creationId xmlns:a16="http://schemas.microsoft.com/office/drawing/2014/main" id="{5C5C8287-88ED-4379-9EB7-107D87ED6354}"/>
              </a:ext>
            </a:extLst>
          </p:cNvPr>
          <p:cNvSpPr>
            <a:spLocks noGrp="1"/>
          </p:cNvSpPr>
          <p:nvPr>
            <p:ph type="body" sz="quarter" idx="21"/>
          </p:nvPr>
        </p:nvSpPr>
        <p:spPr>
          <a:xfrm>
            <a:off x="9609810" y="2426400"/>
            <a:ext cx="1958400" cy="1015200"/>
          </a:xfrm>
        </p:spPr>
        <p:txBody>
          <a:bodyPr/>
          <a:lstStyle>
            <a:lvl1pPr marL="0" indent="0" rtl="0">
              <a:spcBef>
                <a:spcPts val="0"/>
              </a:spcBef>
              <a:spcAft>
                <a:spcPts val="300"/>
              </a:spcAft>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cxnSp>
        <p:nvCxnSpPr>
          <p:cNvPr id="65" name="Straight Connector 64">
            <a:extLst>
              <a:ext uri="{FF2B5EF4-FFF2-40B4-BE49-F238E27FC236}">
                <a16:creationId xmlns:a16="http://schemas.microsoft.com/office/drawing/2014/main" id="{D381A6DF-F904-41E3-BADA-10488A0DF11D}"/>
              </a:ext>
            </a:extLst>
          </p:cNvPr>
          <p:cNvCxnSpPr>
            <a:cxnSpLocks/>
          </p:cNvCxnSpPr>
          <p:nvPr userDrawn="1"/>
        </p:nvCxnSpPr>
        <p:spPr>
          <a:xfrm>
            <a:off x="4195977" y="1231200"/>
            <a:ext cx="0" cy="468000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5F60A56-E4AE-4524-A0B3-F3AFA7953702}"/>
              </a:ext>
            </a:extLst>
          </p:cNvPr>
          <p:cNvCxnSpPr>
            <a:cxnSpLocks/>
          </p:cNvCxnSpPr>
          <p:nvPr userDrawn="1"/>
        </p:nvCxnSpPr>
        <p:spPr>
          <a:xfrm>
            <a:off x="8023022" y="1231200"/>
            <a:ext cx="0" cy="468000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68" name="Straight Connector 1">
            <a:extLst>
              <a:ext uri="{FF2B5EF4-FFF2-40B4-BE49-F238E27FC236}">
                <a16:creationId xmlns:a16="http://schemas.microsoft.com/office/drawing/2014/main" id="{BB9D348E-7FA6-4FC0-90D1-877FDC992CD2}"/>
              </a:ext>
            </a:extLst>
          </p:cNvPr>
          <p:cNvCxnSpPr/>
          <p:nvPr userDrawn="1"/>
        </p:nvCxnSpPr>
        <p:spPr>
          <a:xfrm>
            <a:off x="662903" y="4741313"/>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70" name="Straight Connector 2">
            <a:extLst>
              <a:ext uri="{FF2B5EF4-FFF2-40B4-BE49-F238E27FC236}">
                <a16:creationId xmlns:a16="http://schemas.microsoft.com/office/drawing/2014/main" id="{C9273EF9-CFBE-416E-B0DC-1E319BB0F0FF}"/>
              </a:ext>
            </a:extLst>
          </p:cNvPr>
          <p:cNvCxnSpPr/>
          <p:nvPr userDrawn="1"/>
        </p:nvCxnSpPr>
        <p:spPr>
          <a:xfrm>
            <a:off x="4493401" y="4741313"/>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72" name="Straight Connector 3">
            <a:extLst>
              <a:ext uri="{FF2B5EF4-FFF2-40B4-BE49-F238E27FC236}">
                <a16:creationId xmlns:a16="http://schemas.microsoft.com/office/drawing/2014/main" id="{9C0F8524-1947-42A5-8B3D-5FABD14D8234}"/>
              </a:ext>
            </a:extLst>
          </p:cNvPr>
          <p:cNvCxnSpPr/>
          <p:nvPr userDrawn="1"/>
        </p:nvCxnSpPr>
        <p:spPr>
          <a:xfrm>
            <a:off x="8323900" y="4741313"/>
            <a:ext cx="3230031" cy="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sp>
        <p:nvSpPr>
          <p:cNvPr id="79" name="Picture Placeholder 11">
            <a:extLst>
              <a:ext uri="{FF2B5EF4-FFF2-40B4-BE49-F238E27FC236}">
                <a16:creationId xmlns:a16="http://schemas.microsoft.com/office/drawing/2014/main" id="{C08CD0EB-ABAB-408A-9FED-7E9FB68B4076}"/>
              </a:ext>
            </a:extLst>
          </p:cNvPr>
          <p:cNvSpPr>
            <a:spLocks noGrp="1"/>
          </p:cNvSpPr>
          <p:nvPr>
            <p:ph type="pic" sz="quarter" idx="22"/>
          </p:nvPr>
        </p:nvSpPr>
        <p:spPr>
          <a:xfrm>
            <a:off x="663523" y="3619725"/>
            <a:ext cx="1107692" cy="1015200"/>
          </a:xfrm>
        </p:spPr>
        <p:txBody>
          <a:bodyPr/>
          <a:lstStyle>
            <a:lvl1pPr marL="0" indent="0">
              <a:buNone/>
              <a:defRPr sz="1300"/>
            </a:lvl1pPr>
          </a:lstStyle>
          <a:p>
            <a:endParaRPr lang="en-GB" dirty="0"/>
          </a:p>
        </p:txBody>
      </p:sp>
      <p:sp>
        <p:nvSpPr>
          <p:cNvPr id="80" name="Text Placeholder 13">
            <a:extLst>
              <a:ext uri="{FF2B5EF4-FFF2-40B4-BE49-F238E27FC236}">
                <a16:creationId xmlns:a16="http://schemas.microsoft.com/office/drawing/2014/main" id="{80D3C790-5798-4908-A10A-8E217CFE22C9}"/>
              </a:ext>
            </a:extLst>
          </p:cNvPr>
          <p:cNvSpPr>
            <a:spLocks noGrp="1"/>
          </p:cNvSpPr>
          <p:nvPr>
            <p:ph type="body" sz="quarter" idx="23"/>
          </p:nvPr>
        </p:nvSpPr>
        <p:spPr>
          <a:xfrm>
            <a:off x="1932644" y="3619725"/>
            <a:ext cx="1960289" cy="1015200"/>
          </a:xfrm>
        </p:spPr>
        <p:txBody>
          <a:bodyPr/>
          <a:lstStyle>
            <a:lvl1pPr marL="0" indent="0" rtl="0">
              <a:spcBef>
                <a:spcPts val="0"/>
              </a:spcBef>
              <a:spcAft>
                <a:spcPts val="300"/>
              </a:spcAft>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81" name="Picture Placeholder 11">
            <a:extLst>
              <a:ext uri="{FF2B5EF4-FFF2-40B4-BE49-F238E27FC236}">
                <a16:creationId xmlns:a16="http://schemas.microsoft.com/office/drawing/2014/main" id="{CAE5D17E-7E6A-40A1-B568-CDCB26F9C013}"/>
              </a:ext>
            </a:extLst>
          </p:cNvPr>
          <p:cNvSpPr>
            <a:spLocks noGrp="1"/>
          </p:cNvSpPr>
          <p:nvPr>
            <p:ph type="pic" sz="quarter" idx="24"/>
          </p:nvPr>
        </p:nvSpPr>
        <p:spPr>
          <a:xfrm>
            <a:off x="4488094" y="3619725"/>
            <a:ext cx="1107692" cy="1015200"/>
          </a:xfrm>
        </p:spPr>
        <p:txBody>
          <a:bodyPr/>
          <a:lstStyle>
            <a:lvl1pPr marL="0" indent="0">
              <a:buNone/>
              <a:defRPr sz="1300"/>
            </a:lvl1pPr>
          </a:lstStyle>
          <a:p>
            <a:endParaRPr lang="en-GB"/>
          </a:p>
        </p:txBody>
      </p:sp>
      <p:sp>
        <p:nvSpPr>
          <p:cNvPr id="82" name="Text Placeholder 13">
            <a:extLst>
              <a:ext uri="{FF2B5EF4-FFF2-40B4-BE49-F238E27FC236}">
                <a16:creationId xmlns:a16="http://schemas.microsoft.com/office/drawing/2014/main" id="{BD7B6F30-5388-4FE2-8518-5A722976CA2F}"/>
              </a:ext>
            </a:extLst>
          </p:cNvPr>
          <p:cNvSpPr>
            <a:spLocks noGrp="1"/>
          </p:cNvSpPr>
          <p:nvPr>
            <p:ph type="body" sz="quarter" idx="25"/>
          </p:nvPr>
        </p:nvSpPr>
        <p:spPr>
          <a:xfrm>
            <a:off x="5745221" y="3619725"/>
            <a:ext cx="1958400" cy="1015200"/>
          </a:xfrm>
        </p:spPr>
        <p:txBody>
          <a:bodyPr/>
          <a:lstStyle>
            <a:lvl1pPr marL="0" indent="0" rtl="0">
              <a:spcBef>
                <a:spcPts val="0"/>
              </a:spcBef>
              <a:spcAft>
                <a:spcPts val="300"/>
              </a:spcAft>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83" name="Picture Placeholder 11">
            <a:extLst>
              <a:ext uri="{FF2B5EF4-FFF2-40B4-BE49-F238E27FC236}">
                <a16:creationId xmlns:a16="http://schemas.microsoft.com/office/drawing/2014/main" id="{68074ED6-638B-4EA0-BC97-9A5724B7DA62}"/>
              </a:ext>
            </a:extLst>
          </p:cNvPr>
          <p:cNvSpPr>
            <a:spLocks noGrp="1"/>
          </p:cNvSpPr>
          <p:nvPr>
            <p:ph type="pic" sz="quarter" idx="26"/>
          </p:nvPr>
        </p:nvSpPr>
        <p:spPr>
          <a:xfrm>
            <a:off x="8325382" y="3619725"/>
            <a:ext cx="1107692" cy="1015200"/>
          </a:xfrm>
        </p:spPr>
        <p:txBody>
          <a:bodyPr/>
          <a:lstStyle>
            <a:lvl1pPr marL="0" indent="0">
              <a:buNone/>
              <a:defRPr sz="1300"/>
            </a:lvl1pPr>
          </a:lstStyle>
          <a:p>
            <a:endParaRPr lang="en-GB" dirty="0"/>
          </a:p>
        </p:txBody>
      </p:sp>
      <p:sp>
        <p:nvSpPr>
          <p:cNvPr id="84" name="Text Placeholder 13">
            <a:extLst>
              <a:ext uri="{FF2B5EF4-FFF2-40B4-BE49-F238E27FC236}">
                <a16:creationId xmlns:a16="http://schemas.microsoft.com/office/drawing/2014/main" id="{7DC24880-A0A8-4350-B6E8-303398BE7ED6}"/>
              </a:ext>
            </a:extLst>
          </p:cNvPr>
          <p:cNvSpPr>
            <a:spLocks noGrp="1"/>
          </p:cNvSpPr>
          <p:nvPr>
            <p:ph type="body" sz="quarter" idx="27"/>
          </p:nvPr>
        </p:nvSpPr>
        <p:spPr>
          <a:xfrm>
            <a:off x="9607857" y="3619725"/>
            <a:ext cx="1958400" cy="1015200"/>
          </a:xfrm>
        </p:spPr>
        <p:txBody>
          <a:bodyPr/>
          <a:lstStyle>
            <a:lvl1pPr marL="0" indent="0" rtl="0">
              <a:spcBef>
                <a:spcPts val="0"/>
              </a:spcBef>
              <a:spcAft>
                <a:spcPts val="300"/>
              </a:spcAft>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85" name="Picture Placeholder 11">
            <a:extLst>
              <a:ext uri="{FF2B5EF4-FFF2-40B4-BE49-F238E27FC236}">
                <a16:creationId xmlns:a16="http://schemas.microsoft.com/office/drawing/2014/main" id="{FC1DFCD5-09F0-4D43-8521-D3A49653A8D2}"/>
              </a:ext>
            </a:extLst>
          </p:cNvPr>
          <p:cNvSpPr>
            <a:spLocks noGrp="1"/>
          </p:cNvSpPr>
          <p:nvPr>
            <p:ph type="pic" sz="quarter" idx="28"/>
          </p:nvPr>
        </p:nvSpPr>
        <p:spPr>
          <a:xfrm>
            <a:off x="661065" y="4814925"/>
            <a:ext cx="1107692" cy="1015200"/>
          </a:xfrm>
        </p:spPr>
        <p:txBody>
          <a:bodyPr/>
          <a:lstStyle>
            <a:lvl1pPr marL="0" indent="0">
              <a:buNone/>
              <a:defRPr sz="1300"/>
            </a:lvl1pPr>
          </a:lstStyle>
          <a:p>
            <a:endParaRPr lang="en-GB"/>
          </a:p>
        </p:txBody>
      </p:sp>
      <p:sp>
        <p:nvSpPr>
          <p:cNvPr id="86" name="Text Placeholder 13">
            <a:extLst>
              <a:ext uri="{FF2B5EF4-FFF2-40B4-BE49-F238E27FC236}">
                <a16:creationId xmlns:a16="http://schemas.microsoft.com/office/drawing/2014/main" id="{9FB5B443-8AD5-4DFA-BEF1-8A9782212976}"/>
              </a:ext>
            </a:extLst>
          </p:cNvPr>
          <p:cNvSpPr>
            <a:spLocks noGrp="1"/>
          </p:cNvSpPr>
          <p:nvPr>
            <p:ph type="body" sz="quarter" idx="29"/>
          </p:nvPr>
        </p:nvSpPr>
        <p:spPr>
          <a:xfrm>
            <a:off x="1930189" y="4814925"/>
            <a:ext cx="1929646" cy="1015200"/>
          </a:xfrm>
        </p:spPr>
        <p:txBody>
          <a:bodyPr/>
          <a:lstStyle>
            <a:lvl1pPr marL="0" indent="0" rtl="0">
              <a:spcBef>
                <a:spcPts val="0"/>
              </a:spcBef>
              <a:spcAft>
                <a:spcPts val="300"/>
              </a:spcAft>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87" name="Picture Placeholder 11">
            <a:extLst>
              <a:ext uri="{FF2B5EF4-FFF2-40B4-BE49-F238E27FC236}">
                <a16:creationId xmlns:a16="http://schemas.microsoft.com/office/drawing/2014/main" id="{D84C53C1-427C-4862-9991-D71D30715926}"/>
              </a:ext>
            </a:extLst>
          </p:cNvPr>
          <p:cNvSpPr>
            <a:spLocks noGrp="1"/>
          </p:cNvSpPr>
          <p:nvPr>
            <p:ph type="pic" sz="quarter" idx="30"/>
          </p:nvPr>
        </p:nvSpPr>
        <p:spPr>
          <a:xfrm>
            <a:off x="4488094" y="4814925"/>
            <a:ext cx="1107692" cy="1015200"/>
          </a:xfrm>
        </p:spPr>
        <p:txBody>
          <a:bodyPr/>
          <a:lstStyle>
            <a:lvl1pPr marL="0" indent="0">
              <a:buNone/>
              <a:defRPr sz="1300"/>
            </a:lvl1pPr>
          </a:lstStyle>
          <a:p>
            <a:endParaRPr lang="en-GB"/>
          </a:p>
        </p:txBody>
      </p:sp>
      <p:sp>
        <p:nvSpPr>
          <p:cNvPr id="88" name="Text Placeholder 13">
            <a:extLst>
              <a:ext uri="{FF2B5EF4-FFF2-40B4-BE49-F238E27FC236}">
                <a16:creationId xmlns:a16="http://schemas.microsoft.com/office/drawing/2014/main" id="{4E23EAF9-5D8E-41F1-80A0-00B9317FABE7}"/>
              </a:ext>
            </a:extLst>
          </p:cNvPr>
          <p:cNvSpPr>
            <a:spLocks noGrp="1"/>
          </p:cNvSpPr>
          <p:nvPr>
            <p:ph type="body" sz="quarter" idx="31"/>
          </p:nvPr>
        </p:nvSpPr>
        <p:spPr>
          <a:xfrm>
            <a:off x="5749638" y="4814925"/>
            <a:ext cx="1958400" cy="1015200"/>
          </a:xfrm>
        </p:spPr>
        <p:txBody>
          <a:bodyPr/>
          <a:lstStyle>
            <a:lvl1pPr marL="0" indent="0" rtl="0">
              <a:spcBef>
                <a:spcPts val="0"/>
              </a:spcBef>
              <a:spcAft>
                <a:spcPts val="300"/>
              </a:spcAft>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
        <p:nvSpPr>
          <p:cNvPr id="89" name="Picture Placeholder 11">
            <a:extLst>
              <a:ext uri="{FF2B5EF4-FFF2-40B4-BE49-F238E27FC236}">
                <a16:creationId xmlns:a16="http://schemas.microsoft.com/office/drawing/2014/main" id="{F95021FB-BFA6-40F5-80FB-F4119F970698}"/>
              </a:ext>
            </a:extLst>
          </p:cNvPr>
          <p:cNvSpPr>
            <a:spLocks noGrp="1"/>
          </p:cNvSpPr>
          <p:nvPr>
            <p:ph type="pic" sz="quarter" idx="32"/>
          </p:nvPr>
        </p:nvSpPr>
        <p:spPr>
          <a:xfrm>
            <a:off x="8326170" y="4814925"/>
            <a:ext cx="1107692" cy="1015200"/>
          </a:xfrm>
        </p:spPr>
        <p:txBody>
          <a:bodyPr/>
          <a:lstStyle>
            <a:lvl1pPr marL="0" indent="0">
              <a:buNone/>
              <a:defRPr sz="1300"/>
            </a:lvl1pPr>
          </a:lstStyle>
          <a:p>
            <a:endParaRPr lang="en-GB" dirty="0"/>
          </a:p>
        </p:txBody>
      </p:sp>
      <p:sp>
        <p:nvSpPr>
          <p:cNvPr id="90" name="Text Placeholder 13">
            <a:extLst>
              <a:ext uri="{FF2B5EF4-FFF2-40B4-BE49-F238E27FC236}">
                <a16:creationId xmlns:a16="http://schemas.microsoft.com/office/drawing/2014/main" id="{6D576310-756F-47C7-B563-7A1E5966F8C3}"/>
              </a:ext>
            </a:extLst>
          </p:cNvPr>
          <p:cNvSpPr>
            <a:spLocks noGrp="1"/>
          </p:cNvSpPr>
          <p:nvPr>
            <p:ph type="body" sz="quarter" idx="33"/>
          </p:nvPr>
        </p:nvSpPr>
        <p:spPr>
          <a:xfrm>
            <a:off x="9613504" y="4814925"/>
            <a:ext cx="1958400" cy="1015200"/>
          </a:xfrm>
        </p:spPr>
        <p:txBody>
          <a:bodyPr/>
          <a:lstStyle>
            <a:lvl1pPr marL="0" indent="0" rtl="0">
              <a:spcBef>
                <a:spcPts val="0"/>
              </a:spcBef>
              <a:spcAft>
                <a:spcPts val="300"/>
              </a:spcAft>
              <a:buNone/>
              <a:defRPr sz="1300">
                <a:latin typeface="Arial" panose="020B0604020202020204" pitchFamily="34" charset="0"/>
                <a:cs typeface="Arial" panose="020B0604020202020204" pitchFamily="34" charset="0"/>
                <a:sym typeface="Arial" panose="020B0604020202020204" pitchFamily="34" charset="0"/>
              </a:defRPr>
            </a:lvl1pPr>
            <a:lvl2pPr marL="389988" indent="0">
              <a:buNone/>
              <a:defRPr sz="1300"/>
            </a:lvl2pPr>
            <a:lvl3pPr marL="779976" indent="0">
              <a:buNone/>
              <a:defRPr sz="1300"/>
            </a:lvl3pPr>
            <a:lvl4pPr marL="779976" indent="0">
              <a:buNone/>
              <a:defRPr sz="1300"/>
            </a:lvl4pPr>
            <a:lvl5pPr marL="779976" indent="0">
              <a:buNone/>
              <a:defRPr sz="1300"/>
            </a:lvl5pPr>
          </a:lstStyle>
          <a:p>
            <a:pPr lvl="0"/>
            <a:r>
              <a:rPr lang="en-GB"/>
              <a:t>Click to edit Master text styles</a:t>
            </a:r>
            <a:endParaRPr lang="en-GB" dirty="0"/>
          </a:p>
        </p:txBody>
      </p:sp>
    </p:spTree>
    <p:extLst>
      <p:ext uri="{BB962C8B-B14F-4D97-AF65-F5344CB8AC3E}">
        <p14:creationId xmlns:p14="http://schemas.microsoft.com/office/powerpoint/2010/main" val="2062429561"/>
      </p:ext>
    </p:extLst>
  </p:cSld>
  <p:clrMapOvr>
    <a:masterClrMapping/>
  </p:clrMapOvr>
  <p:extLst>
    <p:ext uri="{DCECCB84-F9BA-43D5-87BE-67443E8EF086}">
      <p15:sldGuideLst xmlns:p15="http://schemas.microsoft.com/office/powerpoint/2012/main">
        <p15:guide id="1" orient="horz" pos="95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04B96F0-38FA-496B-90E4-1CD6DCCD39A0}"/>
              </a:ext>
            </a:extLst>
          </p:cNvPr>
          <p:cNvGraphicFramePr>
            <a:graphicFrameLocks noChangeAspect="1"/>
          </p:cNvGraphicFramePr>
          <p:nvPr userDrawn="1">
            <p:custDataLst>
              <p:tags r:id="rId29"/>
            </p:custDataLst>
            <p:extLst>
              <p:ext uri="{D42A27DB-BD31-4B8C-83A1-F6EECF244321}">
                <p14:modId xmlns:p14="http://schemas.microsoft.com/office/powerpoint/2010/main" val="330726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395" imgH="394" progId="TCLayout.ActiveDocument.1">
                  <p:embed/>
                </p:oleObj>
              </mc:Choice>
              <mc:Fallback>
                <p:oleObj name="think-cell Slide" r:id="rId30" imgW="395" imgH="394" progId="TCLayout.ActiveDocument.1">
                  <p:embed/>
                  <p:pic>
                    <p:nvPicPr>
                      <p:cNvPr id="5" name="Object 4" hidden="1">
                        <a:extLst>
                          <a:ext uri="{FF2B5EF4-FFF2-40B4-BE49-F238E27FC236}">
                            <a16:creationId xmlns:a16="http://schemas.microsoft.com/office/drawing/2014/main" id="{D04B96F0-38FA-496B-90E4-1CD6DCCD39A0}"/>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65138" y="241069"/>
            <a:ext cx="11264899" cy="723801"/>
          </a:xfrm>
          <a:prstGeom prst="rect">
            <a:avLst/>
          </a:prstGeom>
        </p:spPr>
        <p:txBody>
          <a:bodyPr vert="horz" lIns="0" tIns="228600" rIns="0" bIns="0" rtlCol="0" anchor="b" anchorCtr="0">
            <a:noAutofit/>
          </a:bodyPr>
          <a:lstStyle/>
          <a:p>
            <a:r>
              <a:rPr lang="en-GB"/>
              <a:t>Click to edit Master title style</a:t>
            </a:r>
            <a:endParaRPr lang="en-GB" dirty="0"/>
          </a:p>
        </p:txBody>
      </p:sp>
      <p:sp>
        <p:nvSpPr>
          <p:cNvPr id="16" name="Text Placeholder 15">
            <a:extLst>
              <a:ext uri="{FF2B5EF4-FFF2-40B4-BE49-F238E27FC236}">
                <a16:creationId xmlns:a16="http://schemas.microsoft.com/office/drawing/2014/main" id="{A6C779FC-4D07-4734-8938-BC221613BA9B}"/>
              </a:ext>
            </a:extLst>
          </p:cNvPr>
          <p:cNvSpPr>
            <a:spLocks noGrp="1"/>
          </p:cNvSpPr>
          <p:nvPr>
            <p:ph type="body" idx="1"/>
          </p:nvPr>
        </p:nvSpPr>
        <p:spPr>
          <a:xfrm>
            <a:off x="465138" y="1447800"/>
            <a:ext cx="10515600" cy="434457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7" name="TextBox 16">
            <a:extLst>
              <a:ext uri="{FF2B5EF4-FFF2-40B4-BE49-F238E27FC236}">
                <a16:creationId xmlns:a16="http://schemas.microsoft.com/office/drawing/2014/main" id="{EB1383AB-681B-4EC4-AB46-F67B57FA298B}"/>
              </a:ext>
            </a:extLst>
          </p:cNvPr>
          <p:cNvSpPr txBox="1"/>
          <p:nvPr/>
        </p:nvSpPr>
        <p:spPr>
          <a:xfrm>
            <a:off x="773688" y="6343690"/>
            <a:ext cx="810000" cy="208758"/>
          </a:xfrm>
          <a:prstGeom prst="rect">
            <a:avLst/>
          </a:prstGeom>
          <a:noFill/>
        </p:spPr>
        <p:txBody>
          <a:bodyPr wrap="none" lIns="0" tIns="0" rIns="0" bIns="0" rtlCol="0" anchor="b">
            <a:normAutofit/>
          </a:bodyPr>
          <a:lstStyle/>
          <a:p>
            <a:pPr marL="0" indent="0" algn="l" rtl="0">
              <a:spcAft>
                <a:spcPts val="600"/>
              </a:spcAft>
            </a:pPr>
            <a:r>
              <a:rPr lang="en-GB" sz="1050" b="0" i="0">
                <a:solidFill>
                  <a:schemeClr val="tx2"/>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rPr>
              <a:t>| Confidential</a:t>
            </a:r>
            <a:endParaRPr lang="en-GB" sz="1050" b="0" i="0" dirty="0">
              <a:solidFill>
                <a:schemeClr val="tx2"/>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endParaRPr>
          </a:p>
        </p:txBody>
      </p:sp>
      <p:pic>
        <p:nvPicPr>
          <p:cNvPr id="49" name="Picture 48" descr="Logo, icon&#10;&#10;Description automatically generated">
            <a:extLst>
              <a:ext uri="{FF2B5EF4-FFF2-40B4-BE49-F238E27FC236}">
                <a16:creationId xmlns:a16="http://schemas.microsoft.com/office/drawing/2014/main" id="{88BDFD0E-811D-4C38-B34F-1560A97A7D23}"/>
              </a:ext>
            </a:extLst>
          </p:cNvPr>
          <p:cNvPicPr>
            <a:picLocks noChangeAspect="1"/>
          </p:cNvPicPr>
          <p:nvPr userDrawn="1"/>
        </p:nvPicPr>
        <p:blipFill>
          <a:blip r:embed="rId32">
            <a:extLst>
              <a:ext uri="{28A0092B-C50C-407E-A947-70E740481C1C}">
                <a14:useLocalDpi xmlns:a14="http://schemas.microsoft.com/office/drawing/2010/main" val="0"/>
              </a:ext>
            </a:extLst>
          </a:blip>
          <a:stretch>
            <a:fillRect/>
          </a:stretch>
        </p:blipFill>
        <p:spPr>
          <a:xfrm>
            <a:off x="10741026" y="6210790"/>
            <a:ext cx="1096962" cy="303774"/>
          </a:xfrm>
          <a:prstGeom prst="rect">
            <a:avLst/>
          </a:prstGeom>
        </p:spPr>
      </p:pic>
      <p:cxnSp>
        <p:nvCxnSpPr>
          <p:cNvPr id="8" name="Straight Connector 7">
            <a:extLst>
              <a:ext uri="{FF2B5EF4-FFF2-40B4-BE49-F238E27FC236}">
                <a16:creationId xmlns:a16="http://schemas.microsoft.com/office/drawing/2014/main" id="{069F641F-9D4E-4DB2-ABAA-32E35576852C}"/>
              </a:ext>
            </a:extLst>
          </p:cNvPr>
          <p:cNvCxnSpPr/>
          <p:nvPr userDrawn="1"/>
        </p:nvCxnSpPr>
        <p:spPr>
          <a:xfrm>
            <a:off x="0" y="1030778"/>
            <a:ext cx="12192000" cy="0"/>
          </a:xfrm>
          <a:prstGeom prst="line">
            <a:avLst/>
          </a:prstGeom>
          <a:ln>
            <a:solidFill>
              <a:srgbClr val="C4CFC2"/>
            </a:solidFill>
          </a:ln>
        </p:spPr>
        <p:style>
          <a:lnRef idx="1">
            <a:schemeClr val="accent1"/>
          </a:lnRef>
          <a:fillRef idx="0">
            <a:schemeClr val="accent1"/>
          </a:fillRef>
          <a:effectRef idx="0">
            <a:schemeClr val="accent1"/>
          </a:effectRef>
          <a:fontRef idx="minor">
            <a:schemeClr val="tx1"/>
          </a:fontRef>
        </p:style>
      </p:cxnSp>
      <p:sp>
        <p:nvSpPr>
          <p:cNvPr id="9" name="Draft1">
            <a:extLst>
              <a:ext uri="{FF2B5EF4-FFF2-40B4-BE49-F238E27FC236}">
                <a16:creationId xmlns:a16="http://schemas.microsoft.com/office/drawing/2014/main" id="{D434D1A7-BA3F-43B7-8095-AB410AA0EB6E}"/>
              </a:ext>
            </a:extLst>
          </p:cNvPr>
          <p:cNvSpPr txBox="1"/>
          <p:nvPr userDrawn="1"/>
        </p:nvSpPr>
        <p:spPr>
          <a:xfrm>
            <a:off x="1591200" y="6343690"/>
            <a:ext cx="720000" cy="208758"/>
          </a:xfrm>
          <a:prstGeom prst="rect">
            <a:avLst/>
          </a:prstGeom>
          <a:noFill/>
        </p:spPr>
        <p:txBody>
          <a:bodyPr wrap="none" lIns="0" tIns="0" rIns="0" bIns="0" rtlCol="0" anchor="b">
            <a:normAutofit/>
          </a:bodyPr>
          <a:lstStyle/>
          <a:p>
            <a:pPr marL="0" indent="0" algn="l" rtl="0">
              <a:spcAft>
                <a:spcPts val="600"/>
              </a:spcAft>
            </a:pPr>
            <a:r>
              <a:rPr lang="en-GB" sz="1050" b="0" i="0">
                <a:solidFill>
                  <a:schemeClr val="tx2"/>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rPr>
              <a:t>| Draft</a:t>
            </a:r>
            <a:endParaRPr lang="en-GB" sz="1050" b="0" i="0" dirty="0">
              <a:solidFill>
                <a:schemeClr val="tx2"/>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endParaRPr>
          </a:p>
        </p:txBody>
      </p:sp>
      <p:sp>
        <p:nvSpPr>
          <p:cNvPr id="12" name="FilePath" descr="[FILEPATH]" hidden="1">
            <a:extLst>
              <a:ext uri="{FF2B5EF4-FFF2-40B4-BE49-F238E27FC236}">
                <a16:creationId xmlns:a16="http://schemas.microsoft.com/office/drawing/2014/main" id="{50002A89-CA3C-4200-B39C-B38F9552A2D5}"/>
              </a:ext>
            </a:extLst>
          </p:cNvPr>
          <p:cNvSpPr txBox="1"/>
          <p:nvPr userDrawn="1"/>
        </p:nvSpPr>
        <p:spPr>
          <a:xfrm>
            <a:off x="2340000" y="6343200"/>
            <a:ext cx="7920000" cy="208800"/>
          </a:xfrm>
          <a:prstGeom prst="rect">
            <a:avLst/>
          </a:prstGeom>
        </p:spPr>
        <p:txBody>
          <a:bodyPr vert="horz" wrap="none" lIns="0" tIns="0" rIns="0" bIns="0" rtlCol="0" anchor="b" anchorCtr="0">
            <a:normAutofit/>
          </a:bodyPr>
          <a:lstStyle/>
          <a:p>
            <a:pPr algn="l" rtl="0"/>
            <a:r>
              <a:rPr lang="en-GB" sz="1050">
                <a:solidFill>
                  <a:srgbClr val="56545A"/>
                </a:solidFill>
                <a:latin typeface="Arial" panose="020B0604020202020204" pitchFamily="34" charset="0"/>
                <a:cs typeface="Arial" panose="020B0604020202020204" pitchFamily="34" charset="0"/>
                <a:sym typeface="Arial" panose="020B0604020202020204" pitchFamily="34" charset="0"/>
              </a:rPr>
              <a:t> </a:t>
            </a:r>
            <a:endParaRPr lang="en-GB" sz="1050" dirty="0">
              <a:solidFill>
                <a:srgbClr val="56545A"/>
              </a:solidFill>
              <a:latin typeface="Arial" panose="020B0604020202020204" pitchFamily="34" charset="0"/>
              <a:cs typeface="Arial" panose="020B0604020202020204" pitchFamily="34" charset="0"/>
              <a:sym typeface="Arial" panose="020B0604020202020204" pitchFamily="34" charset="0"/>
            </a:endParaRPr>
          </a:p>
        </p:txBody>
      </p:sp>
      <p:grpSp>
        <p:nvGrpSpPr>
          <p:cNvPr id="32" name="Group 31">
            <a:extLst>
              <a:ext uri="{FF2B5EF4-FFF2-40B4-BE49-F238E27FC236}">
                <a16:creationId xmlns:a16="http://schemas.microsoft.com/office/drawing/2014/main" id="{C8688D62-9A8B-42BA-AD0E-490D2101BBEB}"/>
              </a:ext>
            </a:extLst>
          </p:cNvPr>
          <p:cNvGrpSpPr/>
          <p:nvPr userDrawn="1"/>
        </p:nvGrpSpPr>
        <p:grpSpPr>
          <a:xfrm>
            <a:off x="12330645" y="0"/>
            <a:ext cx="830171" cy="6858000"/>
            <a:chOff x="-1565828" y="1414475"/>
            <a:chExt cx="584754" cy="4830620"/>
          </a:xfrm>
        </p:grpSpPr>
        <p:sp>
          <p:nvSpPr>
            <p:cNvPr id="33" name="Rectangle 32">
              <a:extLst>
                <a:ext uri="{FF2B5EF4-FFF2-40B4-BE49-F238E27FC236}">
                  <a16:creationId xmlns:a16="http://schemas.microsoft.com/office/drawing/2014/main" id="{DA4D800C-752C-4D7F-B7A2-990899AF7A69}"/>
                </a:ext>
              </a:extLst>
            </p:cNvPr>
            <p:cNvSpPr/>
            <p:nvPr/>
          </p:nvSpPr>
          <p:spPr bwMode="auto">
            <a:xfrm>
              <a:off x="-1565828" y="3598292"/>
              <a:ext cx="582563" cy="220384"/>
            </a:xfrm>
            <a:prstGeom prst="rect">
              <a:avLst/>
            </a:prstGeom>
            <a:solidFill>
              <a:srgbClr val="A8D500"/>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34" name="Rectangle 33">
              <a:extLst>
                <a:ext uri="{FF2B5EF4-FFF2-40B4-BE49-F238E27FC236}">
                  <a16:creationId xmlns:a16="http://schemas.microsoft.com/office/drawing/2014/main" id="{92937949-DABA-4B40-8BD0-E27095617810}"/>
                </a:ext>
              </a:extLst>
            </p:cNvPr>
            <p:cNvSpPr/>
            <p:nvPr/>
          </p:nvSpPr>
          <p:spPr bwMode="auto">
            <a:xfrm>
              <a:off x="-1565828" y="1657074"/>
              <a:ext cx="582563" cy="220384"/>
            </a:xfrm>
            <a:prstGeom prst="rect">
              <a:avLst/>
            </a:prstGeom>
            <a:solidFill>
              <a:schemeClr val="accent3"/>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35" name="Rectangle 34">
              <a:extLst>
                <a:ext uri="{FF2B5EF4-FFF2-40B4-BE49-F238E27FC236}">
                  <a16:creationId xmlns:a16="http://schemas.microsoft.com/office/drawing/2014/main" id="{B6C5A5C0-6395-47FF-B411-8386C15041CE}"/>
                </a:ext>
              </a:extLst>
            </p:cNvPr>
            <p:cNvSpPr/>
            <p:nvPr/>
          </p:nvSpPr>
          <p:spPr bwMode="auto">
            <a:xfrm>
              <a:off x="-1565828" y="1899673"/>
              <a:ext cx="582563" cy="220384"/>
            </a:xfrm>
            <a:prstGeom prst="rect">
              <a:avLst/>
            </a:prstGeom>
            <a:solidFill>
              <a:schemeClr val="accent2"/>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36" name="Rectangle 35">
              <a:extLst>
                <a:ext uri="{FF2B5EF4-FFF2-40B4-BE49-F238E27FC236}">
                  <a16:creationId xmlns:a16="http://schemas.microsoft.com/office/drawing/2014/main" id="{F05E335F-6876-424B-9BC0-03D0686AADEB}"/>
                </a:ext>
              </a:extLst>
            </p:cNvPr>
            <p:cNvSpPr/>
            <p:nvPr/>
          </p:nvSpPr>
          <p:spPr bwMode="auto">
            <a:xfrm>
              <a:off x="-1565828" y="2142272"/>
              <a:ext cx="582563" cy="220384"/>
            </a:xfrm>
            <a:prstGeom prst="rect">
              <a:avLst/>
            </a:prstGeom>
            <a:solidFill>
              <a:schemeClr val="accent4"/>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37" name="Rectangle 36">
              <a:extLst>
                <a:ext uri="{FF2B5EF4-FFF2-40B4-BE49-F238E27FC236}">
                  <a16:creationId xmlns:a16="http://schemas.microsoft.com/office/drawing/2014/main" id="{9338FC57-CEAE-4E10-A8EB-4D88B0E48E1F}"/>
                </a:ext>
              </a:extLst>
            </p:cNvPr>
            <p:cNvSpPr/>
            <p:nvPr/>
          </p:nvSpPr>
          <p:spPr bwMode="auto">
            <a:xfrm>
              <a:off x="-1565828" y="2627470"/>
              <a:ext cx="582563" cy="220384"/>
            </a:xfrm>
            <a:prstGeom prst="rect">
              <a:avLst/>
            </a:prstGeom>
            <a:solidFill>
              <a:schemeClr val="accent5"/>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38" name="Rectangle 37">
              <a:extLst>
                <a:ext uri="{FF2B5EF4-FFF2-40B4-BE49-F238E27FC236}">
                  <a16:creationId xmlns:a16="http://schemas.microsoft.com/office/drawing/2014/main" id="{06D74C11-CD64-4792-AA56-FF2E8F5B1F5D}"/>
                </a:ext>
              </a:extLst>
            </p:cNvPr>
            <p:cNvSpPr/>
            <p:nvPr/>
          </p:nvSpPr>
          <p:spPr bwMode="auto">
            <a:xfrm>
              <a:off x="-1565828" y="2870069"/>
              <a:ext cx="582563" cy="220810"/>
            </a:xfrm>
            <a:prstGeom prst="rect">
              <a:avLst/>
            </a:prstGeom>
            <a:solidFill>
              <a:schemeClr val="accent6"/>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39" name="Rectangle 38">
              <a:extLst>
                <a:ext uri="{FF2B5EF4-FFF2-40B4-BE49-F238E27FC236}">
                  <a16:creationId xmlns:a16="http://schemas.microsoft.com/office/drawing/2014/main" id="{3CD2C882-99AC-47DE-A8B8-FF64C35A7B17}"/>
                </a:ext>
              </a:extLst>
            </p:cNvPr>
            <p:cNvSpPr/>
            <p:nvPr/>
          </p:nvSpPr>
          <p:spPr bwMode="auto">
            <a:xfrm>
              <a:off x="-1565828" y="5296485"/>
              <a:ext cx="582563" cy="220384"/>
            </a:xfrm>
            <a:prstGeom prst="rect">
              <a:avLst/>
            </a:prstGeom>
            <a:solidFill>
              <a:srgbClr val="0031A7"/>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40" name="Rectangle 39">
              <a:extLst>
                <a:ext uri="{FF2B5EF4-FFF2-40B4-BE49-F238E27FC236}">
                  <a16:creationId xmlns:a16="http://schemas.microsoft.com/office/drawing/2014/main" id="{1F64CBCB-42D1-4E76-8581-7015ADDCF395}"/>
                </a:ext>
              </a:extLst>
            </p:cNvPr>
            <p:cNvSpPr/>
            <p:nvPr/>
          </p:nvSpPr>
          <p:spPr bwMode="auto">
            <a:xfrm>
              <a:off x="-1565828" y="3840891"/>
              <a:ext cx="582563" cy="220384"/>
            </a:xfrm>
            <a:prstGeom prst="rect">
              <a:avLst/>
            </a:prstGeom>
            <a:solidFill>
              <a:srgbClr val="FF9800"/>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41" name="Rectangle 40">
              <a:extLst>
                <a:ext uri="{FF2B5EF4-FFF2-40B4-BE49-F238E27FC236}">
                  <a16:creationId xmlns:a16="http://schemas.microsoft.com/office/drawing/2014/main" id="{BD6C8679-A263-4609-9728-A146E753A6F8}"/>
                </a:ext>
              </a:extLst>
            </p:cNvPr>
            <p:cNvSpPr/>
            <p:nvPr/>
          </p:nvSpPr>
          <p:spPr bwMode="auto">
            <a:xfrm>
              <a:off x="-1565828" y="4568688"/>
              <a:ext cx="582563" cy="220384"/>
            </a:xfrm>
            <a:prstGeom prst="rect">
              <a:avLst/>
            </a:prstGeom>
            <a:solidFill>
              <a:srgbClr val="C16C22"/>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42" name="Rectangle 41">
              <a:extLst>
                <a:ext uri="{FF2B5EF4-FFF2-40B4-BE49-F238E27FC236}">
                  <a16:creationId xmlns:a16="http://schemas.microsoft.com/office/drawing/2014/main" id="{A90ECF45-F523-44E4-95EA-806F70E581C4}"/>
                </a:ext>
              </a:extLst>
            </p:cNvPr>
            <p:cNvSpPr/>
            <p:nvPr/>
          </p:nvSpPr>
          <p:spPr bwMode="auto">
            <a:xfrm>
              <a:off x="-1565828" y="5782109"/>
              <a:ext cx="582563" cy="220384"/>
            </a:xfrm>
            <a:prstGeom prst="rect">
              <a:avLst/>
            </a:prstGeom>
            <a:solidFill>
              <a:srgbClr val="4D418A"/>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43" name="Rectangle 42">
              <a:extLst>
                <a:ext uri="{FF2B5EF4-FFF2-40B4-BE49-F238E27FC236}">
                  <a16:creationId xmlns:a16="http://schemas.microsoft.com/office/drawing/2014/main" id="{96B55D28-E55F-45CF-810F-003A8B41B684}"/>
                </a:ext>
              </a:extLst>
            </p:cNvPr>
            <p:cNvSpPr/>
            <p:nvPr/>
          </p:nvSpPr>
          <p:spPr bwMode="auto">
            <a:xfrm>
              <a:off x="-1563015" y="3355693"/>
              <a:ext cx="581941" cy="220384"/>
            </a:xfrm>
            <a:prstGeom prst="rect">
              <a:avLst/>
            </a:prstGeom>
            <a:solidFill>
              <a:srgbClr val="504CB8"/>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44" name="Rectangle 43">
              <a:extLst>
                <a:ext uri="{FF2B5EF4-FFF2-40B4-BE49-F238E27FC236}">
                  <a16:creationId xmlns:a16="http://schemas.microsoft.com/office/drawing/2014/main" id="{FF87CCE0-8647-4BA4-8FF4-EC2B4E41ADE7}"/>
                </a:ext>
              </a:extLst>
            </p:cNvPr>
            <p:cNvSpPr/>
            <p:nvPr/>
          </p:nvSpPr>
          <p:spPr bwMode="auto">
            <a:xfrm>
              <a:off x="-1565828" y="4811287"/>
              <a:ext cx="582563" cy="220384"/>
            </a:xfrm>
            <a:prstGeom prst="rect">
              <a:avLst/>
            </a:prstGeom>
            <a:solidFill>
              <a:srgbClr val="3F2A5A"/>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45" name="Rectangle 44">
              <a:extLst>
                <a:ext uri="{FF2B5EF4-FFF2-40B4-BE49-F238E27FC236}">
                  <a16:creationId xmlns:a16="http://schemas.microsoft.com/office/drawing/2014/main" id="{071588B8-BCEC-4537-941F-53F2E12F4935}"/>
                </a:ext>
              </a:extLst>
            </p:cNvPr>
            <p:cNvSpPr/>
            <p:nvPr/>
          </p:nvSpPr>
          <p:spPr bwMode="auto">
            <a:xfrm>
              <a:off x="-1565828" y="3113094"/>
              <a:ext cx="582563" cy="220384"/>
            </a:xfrm>
            <a:prstGeom prst="rect">
              <a:avLst/>
            </a:prstGeom>
            <a:solidFill>
              <a:srgbClr val="FFC836"/>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46" name="Rectangle 45">
              <a:extLst>
                <a:ext uri="{FF2B5EF4-FFF2-40B4-BE49-F238E27FC236}">
                  <a16:creationId xmlns:a16="http://schemas.microsoft.com/office/drawing/2014/main" id="{7DAB591D-F5CF-48AA-B52A-CB5E67CDE5FB}"/>
                </a:ext>
              </a:extLst>
            </p:cNvPr>
            <p:cNvSpPr/>
            <p:nvPr/>
          </p:nvSpPr>
          <p:spPr bwMode="auto">
            <a:xfrm>
              <a:off x="-1565828" y="4083490"/>
              <a:ext cx="582563" cy="220384"/>
            </a:xfrm>
            <a:prstGeom prst="rect">
              <a:avLst/>
            </a:prstGeom>
            <a:solidFill>
              <a:srgbClr val="7E6332"/>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47" name="Rectangle 46">
              <a:extLst>
                <a:ext uri="{FF2B5EF4-FFF2-40B4-BE49-F238E27FC236}">
                  <a16:creationId xmlns:a16="http://schemas.microsoft.com/office/drawing/2014/main" id="{FB060942-7961-41E7-9F3B-C3C20EDD3C9F}"/>
                </a:ext>
              </a:extLst>
            </p:cNvPr>
            <p:cNvSpPr/>
            <p:nvPr/>
          </p:nvSpPr>
          <p:spPr bwMode="auto">
            <a:xfrm>
              <a:off x="-1565828" y="5053886"/>
              <a:ext cx="582563" cy="220384"/>
            </a:xfrm>
            <a:prstGeom prst="rect">
              <a:avLst/>
            </a:prstGeom>
            <a:solidFill>
              <a:srgbClr val="D57903"/>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48" name="Rectangle 47">
              <a:extLst>
                <a:ext uri="{FF2B5EF4-FFF2-40B4-BE49-F238E27FC236}">
                  <a16:creationId xmlns:a16="http://schemas.microsoft.com/office/drawing/2014/main" id="{F5EC4393-919E-4DC9-A5D3-BF116CC472B7}"/>
                </a:ext>
              </a:extLst>
            </p:cNvPr>
            <p:cNvSpPr/>
            <p:nvPr/>
          </p:nvSpPr>
          <p:spPr bwMode="auto">
            <a:xfrm>
              <a:off x="-1565828" y="4326089"/>
              <a:ext cx="582563" cy="220384"/>
            </a:xfrm>
            <a:prstGeom prst="rect">
              <a:avLst/>
            </a:prstGeom>
            <a:solidFill>
              <a:srgbClr val="0057BF"/>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50" name="Rectangle 49">
              <a:extLst>
                <a:ext uri="{FF2B5EF4-FFF2-40B4-BE49-F238E27FC236}">
                  <a16:creationId xmlns:a16="http://schemas.microsoft.com/office/drawing/2014/main" id="{7852FAA6-7837-4FE2-B751-ED84991F0FB4}"/>
                </a:ext>
              </a:extLst>
            </p:cNvPr>
            <p:cNvSpPr/>
            <p:nvPr/>
          </p:nvSpPr>
          <p:spPr bwMode="auto">
            <a:xfrm>
              <a:off x="-1565828" y="2384871"/>
              <a:ext cx="582563" cy="220384"/>
            </a:xfrm>
            <a:prstGeom prst="rect">
              <a:avLst/>
            </a:prstGeom>
            <a:solidFill>
              <a:srgbClr val="00B852"/>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51" name="Rectangle 50">
              <a:extLst>
                <a:ext uri="{FF2B5EF4-FFF2-40B4-BE49-F238E27FC236}">
                  <a16:creationId xmlns:a16="http://schemas.microsoft.com/office/drawing/2014/main" id="{CD900EE8-CA54-43FE-ACBE-48D60A950366}"/>
                </a:ext>
              </a:extLst>
            </p:cNvPr>
            <p:cNvSpPr/>
            <p:nvPr/>
          </p:nvSpPr>
          <p:spPr bwMode="auto">
            <a:xfrm>
              <a:off x="-1565828" y="5539084"/>
              <a:ext cx="582563" cy="220810"/>
            </a:xfrm>
            <a:prstGeom prst="rect">
              <a:avLst/>
            </a:prstGeom>
            <a:solidFill>
              <a:srgbClr val="A07500"/>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52" name="Rectangle 51">
              <a:extLst>
                <a:ext uri="{FF2B5EF4-FFF2-40B4-BE49-F238E27FC236}">
                  <a16:creationId xmlns:a16="http://schemas.microsoft.com/office/drawing/2014/main" id="{EBB64740-338C-4E0B-AFD4-1A5BBE7989C5}"/>
                </a:ext>
              </a:extLst>
            </p:cNvPr>
            <p:cNvSpPr/>
            <p:nvPr/>
          </p:nvSpPr>
          <p:spPr bwMode="auto">
            <a:xfrm>
              <a:off x="-1565828" y="6024711"/>
              <a:ext cx="582563" cy="220384"/>
            </a:xfrm>
            <a:prstGeom prst="rect">
              <a:avLst/>
            </a:prstGeom>
            <a:solidFill>
              <a:srgbClr val="E4002B"/>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53" name="Rectangle 52">
              <a:extLst>
                <a:ext uri="{FF2B5EF4-FFF2-40B4-BE49-F238E27FC236}">
                  <a16:creationId xmlns:a16="http://schemas.microsoft.com/office/drawing/2014/main" id="{AF6F72BE-05E6-469B-96F4-FFEAB1CD8286}"/>
                </a:ext>
              </a:extLst>
            </p:cNvPr>
            <p:cNvSpPr/>
            <p:nvPr/>
          </p:nvSpPr>
          <p:spPr bwMode="auto">
            <a:xfrm>
              <a:off x="-1565828" y="1414475"/>
              <a:ext cx="582563" cy="220384"/>
            </a:xfrm>
            <a:prstGeom prst="rect">
              <a:avLst/>
            </a:prstGeom>
            <a:solidFill>
              <a:schemeClr val="accent1"/>
            </a:solidFill>
            <a:ln>
              <a:noFill/>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rtl="0"/>
              <a:endParaRPr lang="en-GB"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grpSp>
      <p:sp>
        <p:nvSpPr>
          <p:cNvPr id="4" name="Slide number">
            <a:extLst>
              <a:ext uri="{FF2B5EF4-FFF2-40B4-BE49-F238E27FC236}">
                <a16:creationId xmlns:a16="http://schemas.microsoft.com/office/drawing/2014/main" id="{634B5BD0-DA2B-26D1-1A91-B58A7B813BCC}"/>
              </a:ext>
            </a:extLst>
          </p:cNvPr>
          <p:cNvSpPr txBox="1">
            <a:spLocks noChangeAspect="1"/>
          </p:cNvSpPr>
          <p:nvPr userDrawn="1"/>
        </p:nvSpPr>
        <p:spPr>
          <a:xfrm>
            <a:off x="345600" y="6393600"/>
            <a:ext cx="374400" cy="169200"/>
          </a:xfrm>
          <a:prstGeom prst="rect">
            <a:avLst/>
          </a:prstGeom>
          <a:noFill/>
        </p:spPr>
        <p:txBody>
          <a:bodyPr wrap="square" lIns="0" tIns="0" rIns="0" bIns="0" rtlCol="0" anchor="ctr" anchorCtr="0">
            <a:noAutofit/>
          </a:bodyPr>
          <a:lstStyle/>
          <a:p>
            <a:pPr marL="0" indent="0" algn="r" rtl="0">
              <a:spcAft>
                <a:spcPts val="600"/>
              </a:spcAft>
            </a:pPr>
            <a:fld id="{A882B6D1-575E-4C43-9CFE-0C0A2CA698B1}" type="slidenum">
              <a:rPr lang="en-GB" sz="900" b="1" i="0" smtClean="0">
                <a:solidFill>
                  <a:schemeClr val="tx2"/>
                </a:solidFill>
                <a:latin typeface="+mn-lt"/>
                <a:ea typeface="Verdana" panose="020B0604030504040204" pitchFamily="34" charset="0"/>
                <a:cs typeface="Times New Roman" panose="02020603050405020304" pitchFamily="18" charset="0"/>
              </a:rPr>
              <a:pPr marL="0" indent="0" algn="r" rtl="0">
                <a:spcAft>
                  <a:spcPts val="600"/>
                </a:spcAft>
              </a:pPr>
              <a:t>‹#›</a:t>
            </a:fld>
            <a:endParaRPr lang="en-GB" sz="900" b="1" i="0" dirty="0">
              <a:solidFill>
                <a:schemeClr val="tx2"/>
              </a:solidFill>
              <a:latin typeface="+mn-lt"/>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124423326"/>
      </p:ext>
    </p:extLst>
  </p:cSld>
  <p:clrMap bg1="lt1" tx1="dk1" bg2="lt2" tx2="dk2" accent1="accent1" accent2="accent2" accent3="accent3" accent4="accent4" accent5="accent5" accent6="accent6" hlink="hlink" folHlink="folHlink"/>
  <p:sldLayoutIdLst>
    <p:sldLayoutId id="2147483977" r:id="rId1"/>
    <p:sldLayoutId id="2147483980" r:id="rId2"/>
    <p:sldLayoutId id="2147483981" r:id="rId3"/>
    <p:sldLayoutId id="2147484039" r:id="rId4"/>
    <p:sldLayoutId id="2147483983" r:id="rId5"/>
    <p:sldLayoutId id="2147483994" r:id="rId6"/>
    <p:sldLayoutId id="2147483986" r:id="rId7"/>
    <p:sldLayoutId id="2147483987" r:id="rId8"/>
    <p:sldLayoutId id="2147483779" r:id="rId9"/>
    <p:sldLayoutId id="2147483988" r:id="rId10"/>
    <p:sldLayoutId id="2147483780" r:id="rId11"/>
    <p:sldLayoutId id="2147483989" r:id="rId12"/>
    <p:sldLayoutId id="2147484028" r:id="rId13"/>
    <p:sldLayoutId id="2147484031" r:id="rId14"/>
    <p:sldLayoutId id="2147483990" r:id="rId15"/>
    <p:sldLayoutId id="2147484029" r:id="rId16"/>
    <p:sldLayoutId id="2147483993" r:id="rId17"/>
    <p:sldLayoutId id="2147484042" r:id="rId18"/>
    <p:sldLayoutId id="2147484040" r:id="rId19"/>
    <p:sldLayoutId id="2147484033" r:id="rId20"/>
    <p:sldLayoutId id="2147484034" r:id="rId21"/>
    <p:sldLayoutId id="2147484037" r:id="rId22"/>
    <p:sldLayoutId id="2147484038" r:id="rId23"/>
    <p:sldLayoutId id="2147484044" r:id="rId24"/>
    <p:sldLayoutId id="2147484045" r:id="rId25"/>
    <p:sldLayoutId id="2147484046" r:id="rId26"/>
    <p:sldLayoutId id="2147484047" r:id="rId27"/>
  </p:sldLayoutIdLst>
  <p:hf hdr="0" ftr="0" dt="0"/>
  <p:txStyles>
    <p:titleStyle>
      <a:lvl1pPr algn="l" defTabSz="914400" rtl="0" eaLnBrk="1" latinLnBrk="0" hangingPunct="1">
        <a:lnSpc>
          <a:spcPct val="100000"/>
        </a:lnSpc>
        <a:spcBef>
          <a:spcPct val="0"/>
        </a:spcBef>
        <a:buNone/>
        <a:defRPr sz="1800" b="1" i="0" kern="1200">
          <a:solidFill>
            <a:schemeClr val="accent2"/>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defRPr>
      </a:lvl1pPr>
    </p:titleStyle>
    <p:bodyStyle>
      <a:lvl1pPr marL="266400" indent="-266400" algn="l" defTabSz="914400" rtl="0" eaLnBrk="1" latinLnBrk="0" hangingPunct="1">
        <a:lnSpc>
          <a:spcPct val="100000"/>
        </a:lnSpc>
        <a:spcBef>
          <a:spcPts val="1200"/>
        </a:spcBef>
        <a:spcAft>
          <a:spcPts val="600"/>
        </a:spcAft>
        <a:buClr>
          <a:schemeClr val="tx2"/>
        </a:buClr>
        <a:buFont typeface="Arial" panose="020B0604020202020204" pitchFamily="34" charset="0"/>
        <a:buChar char="•"/>
        <a:defRPr lang="en-US" sz="1600" b="0" i="0" kern="1200" dirty="0">
          <a:solidFill>
            <a:srgbClr val="50575C"/>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defRPr>
      </a:lvl1pPr>
      <a:lvl2pPr marL="630000" indent="-270000" algn="l" defTabSz="9144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b="0" i="0" kern="1200" dirty="0">
          <a:solidFill>
            <a:srgbClr val="50575C"/>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defRPr>
      </a:lvl2pPr>
      <a:lvl3pPr marL="990000" indent="-270000" algn="l" defTabSz="292608"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b="0" i="0" kern="1200" dirty="0">
          <a:solidFill>
            <a:srgbClr val="50575C"/>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defRPr>
      </a:lvl3pPr>
      <a:lvl4pPr marL="990000" marR="0" indent="-270000" algn="l" defTabSz="292608" rtl="0" eaLnBrk="1" fontAlgn="auto" latinLnBrk="0" hangingPunct="1">
        <a:lnSpc>
          <a:spcPct val="100000"/>
        </a:lnSpc>
        <a:spcBef>
          <a:spcPts val="0"/>
        </a:spcBef>
        <a:spcAft>
          <a:spcPts val="600"/>
        </a:spcAft>
        <a:buClr>
          <a:schemeClr val="tx2"/>
        </a:buClr>
        <a:buSzPct val="100000"/>
        <a:buFont typeface="System Font Regular"/>
        <a:buChar char="–"/>
        <a:tabLst/>
        <a:defRPr lang="en-US" sz="1400" b="0" i="0" kern="1200" dirty="0">
          <a:solidFill>
            <a:srgbClr val="50575C"/>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defRPr>
      </a:lvl4pPr>
      <a:lvl5pPr marL="990000" indent="-270000" algn="l" defTabSz="292608" rtl="0" eaLnBrk="1" latinLnBrk="0" hangingPunct="1">
        <a:lnSpc>
          <a:spcPct val="100000"/>
        </a:lnSpc>
        <a:spcBef>
          <a:spcPts val="0"/>
        </a:spcBef>
        <a:spcAft>
          <a:spcPts val="600"/>
        </a:spcAft>
        <a:buClr>
          <a:schemeClr val="accent5"/>
        </a:buClr>
        <a:buSzPct val="100000"/>
        <a:buFont typeface="Arial" panose="020B0604020202020204" pitchFamily="34" charset="0"/>
        <a:buChar char="•"/>
        <a:tabLst>
          <a:tab pos="292608" algn="l"/>
          <a:tab pos="585216" algn="l"/>
        </a:tabLst>
        <a:defRPr lang="en-US" sz="1400" b="0" i="0" u="none" kern="1200" dirty="0">
          <a:solidFill>
            <a:schemeClr val="accent5"/>
          </a:solidFill>
          <a:latin typeface="Arial" panose="020B0604020202020204" pitchFamily="34" charset="0"/>
          <a:ea typeface="Verdana" panose="020B0604030504040204" pitchFamily="34" charset="0"/>
          <a:cs typeface="Arial" panose="020B0604020202020204" pitchFamily="34" charset="0"/>
          <a:sym typeface="Arial" panose="020B0604020202020204" pitchFamily="34" charset="0"/>
        </a:defRPr>
      </a:lvl5pPr>
      <a:lvl6pPr marL="0" indent="0" algn="l" defTabSz="914400" rtl="0" eaLnBrk="1" latinLnBrk="0" hangingPunct="1">
        <a:lnSpc>
          <a:spcPct val="100000"/>
        </a:lnSpc>
        <a:spcBef>
          <a:spcPts val="0"/>
        </a:spcBef>
        <a:spcAft>
          <a:spcPts val="600"/>
        </a:spcAft>
        <a:buClr>
          <a:srgbClr val="54565A"/>
        </a:buClr>
        <a:buSzPct val="100000"/>
        <a:buFontTx/>
        <a:buNone/>
        <a:tabLst/>
        <a:defRPr lang="en-US" sz="1200" b="0" i="0" kern="1200" dirty="0">
          <a:solidFill>
            <a:schemeClr val="accent5"/>
          </a:solidFill>
          <a:latin typeface="+mn-lt"/>
          <a:ea typeface="Verdana" panose="020B0604030504040204" pitchFamily="34" charset="0"/>
          <a:cs typeface="Times New Roman" panose="02020603050405020304" pitchFamily="18" charset="0"/>
        </a:defRPr>
      </a:lvl6pPr>
      <a:lvl7pPr marL="228600" indent="-228600" algn="l" defTabSz="914400" rtl="0" eaLnBrk="1" latinLnBrk="0" hangingPunct="1">
        <a:lnSpc>
          <a:spcPct val="100000"/>
        </a:lnSpc>
        <a:spcBef>
          <a:spcPts val="0"/>
        </a:spcBef>
        <a:spcAft>
          <a:spcPts val="600"/>
        </a:spcAft>
        <a:buClr>
          <a:srgbClr val="54565A"/>
        </a:buClr>
        <a:buSzPct val="100000"/>
        <a:buFont typeface="+mj-lt"/>
        <a:buAutoNum type="arabicPeriod"/>
        <a:tabLst/>
        <a:defRPr lang="en-US" sz="1400" b="0" i="0" kern="1200" dirty="0">
          <a:solidFill>
            <a:srgbClr val="54565A"/>
          </a:solidFill>
          <a:latin typeface="+mn-lt"/>
          <a:ea typeface="Verdana" panose="020B0604030504040204" pitchFamily="34" charset="0"/>
          <a:cs typeface="Times New Roman" panose="02020603050405020304" pitchFamily="18" charset="0"/>
        </a:defRPr>
      </a:lvl7pPr>
      <a:lvl8pPr marL="457200" indent="-228600" algn="l" defTabSz="914400" rtl="0" eaLnBrk="1" latinLnBrk="0" hangingPunct="1">
        <a:lnSpc>
          <a:spcPct val="100000"/>
        </a:lnSpc>
        <a:spcBef>
          <a:spcPts val="0"/>
        </a:spcBef>
        <a:spcAft>
          <a:spcPts val="600"/>
        </a:spcAft>
        <a:buClr>
          <a:srgbClr val="54565A"/>
        </a:buClr>
        <a:buSzPct val="100000"/>
        <a:buFont typeface="+mj-lt"/>
        <a:buAutoNum type="arabicPeriod"/>
        <a:tabLst/>
        <a:defRPr lang="en-US" sz="1200" b="0" i="0" kern="1200" dirty="0">
          <a:solidFill>
            <a:srgbClr val="54565A"/>
          </a:solidFill>
          <a:latin typeface="+mn-lt"/>
          <a:ea typeface="Verdana" panose="020B0604030504040204" pitchFamily="34" charset="0"/>
          <a:cs typeface="Times New Roman" panose="02020603050405020304" pitchFamily="18" charset="0"/>
        </a:defRPr>
      </a:lvl8pPr>
      <a:lvl9pPr marL="457200" indent="-228600" algn="l" defTabSz="914400" rtl="0" eaLnBrk="1" latinLnBrk="0" hangingPunct="1">
        <a:lnSpc>
          <a:spcPct val="100000"/>
        </a:lnSpc>
        <a:spcBef>
          <a:spcPts val="0"/>
        </a:spcBef>
        <a:spcAft>
          <a:spcPts val="600"/>
        </a:spcAft>
        <a:buClr>
          <a:srgbClr val="54565A"/>
        </a:buClr>
        <a:buSzPct val="100000"/>
        <a:buFont typeface="+mj-lt"/>
        <a:buAutoNum type="arabicPeriod"/>
        <a:tabLst/>
        <a:defRPr lang="en-US" sz="1200" b="0" i="0" kern="1200" dirty="0">
          <a:solidFill>
            <a:srgbClr val="54565A"/>
          </a:solidFill>
          <a:latin typeface="+mn-lt"/>
          <a:ea typeface="Verdana" panose="020B0604030504040204" pitchFamily="34" charset="0"/>
          <a:cs typeface="Times New Roman" panose="02020603050405020304" pitchFamily="18" charset="0"/>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0" pos="293" userDrawn="1">
          <p15:clr>
            <a:srgbClr val="F26B43"/>
          </p15:clr>
        </p15:guide>
        <p15:guide id="53" pos="7389" userDrawn="1">
          <p15:clr>
            <a:srgbClr val="F26B43"/>
          </p15:clr>
        </p15:guide>
        <p15:guide id="57" orient="horz" pos="3757" userDrawn="1">
          <p15:clr>
            <a:srgbClr val="F26B43"/>
          </p15:clr>
        </p15:guide>
        <p15:guide id="74" orient="horz" pos="913" userDrawn="1">
          <p15:clr>
            <a:srgbClr val="F26B43"/>
          </p15:clr>
        </p15:guide>
        <p15:guide id="75" orient="horz" pos="647" userDrawn="1">
          <p15:clr>
            <a:srgbClr val="F26B43"/>
          </p15:clr>
        </p15:guide>
        <p15:guide id="76" orient="horz" pos="147" userDrawn="1">
          <p15:clr>
            <a:srgbClr val="F26B43"/>
          </p15:clr>
        </p15:guide>
        <p15:guide id="77" orient="horz" pos="3997" userDrawn="1">
          <p15:clr>
            <a:srgbClr val="F26B43"/>
          </p15:clr>
        </p15:guide>
        <p15:guide id="78" orient="horz" pos="4133" userDrawn="1">
          <p15:clr>
            <a:srgbClr val="F26B43"/>
          </p15:clr>
        </p15:guide>
        <p15:guide id="79" pos="3908" userDrawn="1">
          <p15:clr>
            <a:srgbClr val="F26B43"/>
          </p15:clr>
        </p15:guide>
        <p15:guide id="80" pos="377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3.xml"/><Relationship Id="rId1" Type="http://schemas.openxmlformats.org/officeDocument/2006/relationships/tags" Target="../tags/tag30.xml"/><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6.xml"/><Relationship Id="rId1" Type="http://schemas.openxmlformats.org/officeDocument/2006/relationships/tags" Target="../tags/tag31.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2.xml"/><Relationship Id="rId5" Type="http://schemas.openxmlformats.org/officeDocument/2006/relationships/image" Target="../media/image1.emf"/><Relationship Id="rId4" Type="http://schemas.openxmlformats.org/officeDocument/2006/relationships/oleObject" Target="../embeddings/oleObject31.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6.xml"/><Relationship Id="rId1" Type="http://schemas.openxmlformats.org/officeDocument/2006/relationships/tags" Target="../tags/tag33.xml"/><Relationship Id="rId4" Type="http://schemas.openxmlformats.org/officeDocument/2006/relationships/image" Target="../media/image8.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3.xml"/><Relationship Id="rId1" Type="http://schemas.openxmlformats.org/officeDocument/2006/relationships/tags" Target="../tags/tag34.xml"/><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3" Type="http://schemas.microsoft.com/office/2018/10/relationships/comments" Target="../comments/modernComment_7FFFFDEE_25C72B25.xml"/><Relationship Id="rId2" Type="http://schemas.openxmlformats.org/officeDocument/2006/relationships/slideLayout" Target="../slideLayouts/slideLayout6.xml"/><Relationship Id="rId1" Type="http://schemas.openxmlformats.org/officeDocument/2006/relationships/tags" Target="../tags/tag35.xml"/><Relationship Id="rId5" Type="http://schemas.openxmlformats.org/officeDocument/2006/relationships/image" Target="../media/image6.emf"/><Relationship Id="rId4" Type="http://schemas.openxmlformats.org/officeDocument/2006/relationships/oleObject" Target="../embeddings/oleObject34.bin"/></Relationships>
</file>

<file path=ppt/slides/_rels/slide7.xml.rels><?xml version="1.0" encoding="UTF-8" standalone="yes"?>
<Relationships xmlns="http://schemas.openxmlformats.org/package/2006/relationships"><Relationship Id="rId3" Type="http://schemas.microsoft.com/office/2018/10/relationships/comments" Target="../comments/modernComment_7FFFFDF1_75FDAFFD.xml"/><Relationship Id="rId2" Type="http://schemas.openxmlformats.org/officeDocument/2006/relationships/slideLayout" Target="../slideLayouts/slideLayout6.xml"/><Relationship Id="rId1" Type="http://schemas.openxmlformats.org/officeDocument/2006/relationships/tags" Target="../tags/tag36.xml"/><Relationship Id="rId5" Type="http://schemas.openxmlformats.org/officeDocument/2006/relationships/image" Target="../media/image6.emf"/><Relationship Id="rId4" Type="http://schemas.openxmlformats.org/officeDocument/2006/relationships/oleObject" Target="../embeddings/oleObject35.bin"/></Relationships>
</file>

<file path=ppt/slides/_rels/slide8.xml.rels><?xml version="1.0" encoding="UTF-8" standalone="yes"?>
<Relationships xmlns="http://schemas.openxmlformats.org/package/2006/relationships"><Relationship Id="rId3" Type="http://schemas.microsoft.com/office/2018/10/relationships/comments" Target="../comments/modernComment_7FFFFDF2_CE5AF36.xml"/><Relationship Id="rId2" Type="http://schemas.openxmlformats.org/officeDocument/2006/relationships/slideLayout" Target="../slideLayouts/slideLayout6.xml"/><Relationship Id="rId1" Type="http://schemas.openxmlformats.org/officeDocument/2006/relationships/tags" Target="../tags/tag37.xml"/><Relationship Id="rId5" Type="http://schemas.openxmlformats.org/officeDocument/2006/relationships/image" Target="../media/image6.emf"/><Relationship Id="rId4" Type="http://schemas.openxmlformats.org/officeDocument/2006/relationships/oleObject" Target="../embeddings/oleObject35.bin"/></Relationships>
</file>

<file path=ppt/slides/slide1.xml><?xml version="1.0" encoding="utf-8"?>
<p:sld xmlns:a="http://schemas.openxmlformats.org/drawingml/2006/main" xmlns:r="http://schemas.openxmlformats.org/officeDocument/2006/relationships" xmlns:p="http://schemas.openxmlformats.org/presentationml/2006/main">
  <p:cSld name="003#Agenda – without image#Text and Tables#Widescreen17121624565334240">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8F49F5B-EFE4-8D19-25FA-F768A95988BD}"/>
              </a:ext>
            </a:extLst>
          </p:cNvPr>
          <p:cNvGraphicFramePr>
            <a:graphicFrameLocks noChangeAspect="1"/>
          </p:cNvGraphicFramePr>
          <p:nvPr>
            <p:custDataLst>
              <p:tags r:id="rId1"/>
            </p:custDataLst>
            <p:extLst>
              <p:ext uri="{D42A27DB-BD31-4B8C-83A1-F6EECF244321}">
                <p14:modId xmlns:p14="http://schemas.microsoft.com/office/powerpoint/2010/main" val="418661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 name="think-cell data - do not delete" hidden="1">
                        <a:extLst>
                          <a:ext uri="{FF2B5EF4-FFF2-40B4-BE49-F238E27FC236}">
                            <a16:creationId xmlns:a16="http://schemas.microsoft.com/office/drawing/2014/main" id="{08F49F5B-EFE4-8D19-25FA-F768A95988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907B96D1-57D9-6A3A-FCB4-51E82F6D45C4}"/>
              </a:ext>
            </a:extLst>
          </p:cNvPr>
          <p:cNvSpPr>
            <a:spLocks noGrp="1"/>
          </p:cNvSpPr>
          <p:nvPr>
            <p:ph type="body" sz="quarter" idx="20"/>
          </p:nvPr>
        </p:nvSpPr>
        <p:spPr>
          <a:xfrm>
            <a:off x="465138" y="1279712"/>
            <a:ext cx="7755035" cy="4772296"/>
          </a:xfrm>
        </p:spPr>
        <p:txBody>
          <a:bodyPr/>
          <a:lstStyle/>
          <a:p>
            <a:pPr marL="0" indent="0">
              <a:spcBef>
                <a:spcPts val="0"/>
              </a:spcBef>
              <a:buNone/>
            </a:pPr>
            <a:r>
              <a:rPr lang="en-GB" b="1" dirty="0">
                <a:solidFill>
                  <a:schemeClr val="bg1"/>
                </a:solidFill>
                <a:cs typeface="Times New Roman" panose="02020603050405020304" pitchFamily="18" charset="0"/>
              </a:rPr>
              <a:t>Challenge: </a:t>
            </a:r>
            <a:r>
              <a:rPr lang="en-GB" dirty="0">
                <a:solidFill>
                  <a:schemeClr val="bg1"/>
                </a:solidFill>
                <a:cs typeface="Times New Roman" panose="02020603050405020304" pitchFamily="18" charset="0"/>
              </a:rPr>
              <a:t>Create a deck that is able to convey the ‘true value’ of these delivered projects. </a:t>
            </a:r>
          </a:p>
          <a:p>
            <a:pPr marL="0" indent="0">
              <a:spcBef>
                <a:spcPts val="0"/>
              </a:spcBef>
            </a:pPr>
            <a:endParaRPr lang="en-GB" sz="900" dirty="0">
              <a:solidFill>
                <a:schemeClr val="bg1"/>
              </a:solidFill>
              <a:cs typeface="Times New Roman" panose="02020603050405020304" pitchFamily="18" charset="0"/>
            </a:endParaRPr>
          </a:p>
          <a:p>
            <a:pPr marL="0" indent="0">
              <a:spcBef>
                <a:spcPts val="0"/>
              </a:spcBef>
              <a:buNone/>
            </a:pPr>
            <a:r>
              <a:rPr lang="en-GB" b="1" dirty="0">
                <a:solidFill>
                  <a:schemeClr val="bg1"/>
                </a:solidFill>
                <a:cs typeface="Times New Roman" panose="02020603050405020304" pitchFamily="18" charset="0"/>
              </a:rPr>
              <a:t>Background: </a:t>
            </a:r>
            <a:r>
              <a:rPr lang="en-GB" dirty="0">
                <a:solidFill>
                  <a:schemeClr val="bg1"/>
                </a:solidFill>
                <a:cs typeface="Times New Roman" panose="02020603050405020304" pitchFamily="18" charset="0"/>
              </a:rPr>
              <a:t>This deck is </a:t>
            </a:r>
            <a:r>
              <a:rPr lang="en-US" dirty="0">
                <a:solidFill>
                  <a:schemeClr val="bg1"/>
                </a:solidFill>
                <a:cs typeface="Times New Roman" panose="02020603050405020304" pitchFamily="18" charset="0"/>
              </a:rPr>
              <a:t>provided to the Global Managing Partner (GMP) by the CIO on a quarterly basis to update him on project progress and the value delivered</a:t>
            </a:r>
            <a:r>
              <a:rPr lang="en-GB" dirty="0">
                <a:solidFill>
                  <a:schemeClr val="bg1"/>
                </a:solidFill>
                <a:cs typeface="Times New Roman" panose="02020603050405020304" pitchFamily="18" charset="0"/>
              </a:rPr>
              <a:t> to the business. </a:t>
            </a:r>
          </a:p>
          <a:p>
            <a:pPr>
              <a:spcBef>
                <a:spcPts val="0"/>
              </a:spcBef>
            </a:pPr>
            <a:r>
              <a:rPr lang="en-GB" dirty="0">
                <a:solidFill>
                  <a:schemeClr val="bg1"/>
                </a:solidFill>
                <a:cs typeface="Times New Roman" panose="02020603050405020304" pitchFamily="18" charset="0"/>
              </a:rPr>
              <a:t>So far, the GMP seems to like the work presented, but it is not conveyed in a way that truly tells of the value and importance these projects are providing. </a:t>
            </a:r>
          </a:p>
          <a:p>
            <a:pPr>
              <a:spcBef>
                <a:spcPts val="0"/>
              </a:spcBef>
            </a:pPr>
            <a:r>
              <a:rPr lang="en-GB" dirty="0">
                <a:solidFill>
                  <a:schemeClr val="bg1"/>
                </a:solidFill>
                <a:cs typeface="Times New Roman" panose="02020603050405020304" pitchFamily="18" charset="0"/>
              </a:rPr>
              <a:t>The CIO wants to restructure this deck in a way that </a:t>
            </a:r>
            <a:r>
              <a:rPr lang="en-US" dirty="0">
                <a:solidFill>
                  <a:schemeClr val="bg1"/>
                </a:solidFill>
                <a:cs typeface="Times New Roman" panose="02020603050405020304" pitchFamily="18" charset="0"/>
              </a:rPr>
              <a:t>holds more meaning for the GMP</a:t>
            </a:r>
          </a:p>
          <a:p>
            <a:pPr>
              <a:spcBef>
                <a:spcPts val="0"/>
              </a:spcBef>
            </a:pPr>
            <a:r>
              <a:rPr lang="en-GB" dirty="0">
                <a:solidFill>
                  <a:schemeClr val="bg1"/>
                </a:solidFill>
                <a:cs typeface="Times New Roman" panose="02020603050405020304" pitchFamily="18" charset="0"/>
              </a:rPr>
              <a:t>In the Appendix</a:t>
            </a:r>
            <a:r>
              <a:rPr lang="en-US" dirty="0">
                <a:solidFill>
                  <a:schemeClr val="bg1"/>
                </a:solidFill>
                <a:cs typeface="Times New Roman" panose="02020603050405020304" pitchFamily="18" charset="0"/>
              </a:rPr>
              <a:t>, you can see one slide that was an attempt to convey the ‘true value’ more effectively, but Kerri-Lynn said it </a:t>
            </a:r>
            <a:r>
              <a:rPr lang="en-US" u="sng" dirty="0">
                <a:solidFill>
                  <a:schemeClr val="bg1"/>
                </a:solidFill>
                <a:cs typeface="Times New Roman" panose="02020603050405020304" pitchFamily="18" charset="0"/>
              </a:rPr>
              <a:t>still fell short</a:t>
            </a:r>
            <a:r>
              <a:rPr lang="en-GB" u="sng" dirty="0">
                <a:solidFill>
                  <a:schemeClr val="bg1"/>
                </a:solidFill>
                <a:cs typeface="Times New Roman" panose="02020603050405020304" pitchFamily="18" charset="0"/>
              </a:rPr>
              <a:t>. </a:t>
            </a:r>
            <a:endParaRPr lang="en-GB" b="1" u="sng" dirty="0">
              <a:solidFill>
                <a:schemeClr val="bg1"/>
              </a:solidFill>
              <a:cs typeface="Times New Roman" panose="02020603050405020304" pitchFamily="18" charset="0"/>
            </a:endParaRPr>
          </a:p>
          <a:p>
            <a:pPr marL="0" indent="0">
              <a:spcBef>
                <a:spcPts val="0"/>
              </a:spcBef>
              <a:buNone/>
            </a:pPr>
            <a:r>
              <a:rPr lang="en-GB" b="1" dirty="0">
                <a:solidFill>
                  <a:schemeClr val="bg1"/>
                </a:solidFill>
                <a:cs typeface="Times New Roman" panose="02020603050405020304" pitchFamily="18" charset="0"/>
              </a:rPr>
              <a:t>Importance: </a:t>
            </a:r>
            <a:r>
              <a:rPr lang="en-GB" dirty="0">
                <a:solidFill>
                  <a:schemeClr val="bg1"/>
                </a:solidFill>
                <a:cs typeface="Times New Roman" panose="02020603050405020304" pitchFamily="18" charset="0"/>
              </a:rPr>
              <a:t>This is a current issue that we aim to resolve for our next Q1 update with the GMP. If you can create something that impresses the CIO, </a:t>
            </a:r>
            <a:r>
              <a:rPr lang="en-US" dirty="0">
                <a:solidFill>
                  <a:schemeClr val="bg1"/>
                </a:solidFill>
                <a:cs typeface="Times New Roman" panose="02020603050405020304" pitchFamily="18" charset="0"/>
              </a:rPr>
              <a:t>it will demonstrate strong PPT skills</a:t>
            </a:r>
            <a:endParaRPr lang="en-GB" dirty="0">
              <a:solidFill>
                <a:schemeClr val="bg1"/>
              </a:solidFill>
              <a:cs typeface="Times New Roman" panose="02020603050405020304" pitchFamily="18" charset="0"/>
            </a:endParaRPr>
          </a:p>
        </p:txBody>
      </p:sp>
      <p:sp>
        <p:nvSpPr>
          <p:cNvPr id="3" name="Title 2">
            <a:extLst>
              <a:ext uri="{FF2B5EF4-FFF2-40B4-BE49-F238E27FC236}">
                <a16:creationId xmlns:a16="http://schemas.microsoft.com/office/drawing/2014/main" id="{F6A00D21-F5E6-06F2-147C-5DAEE63D6448}"/>
              </a:ext>
            </a:extLst>
          </p:cNvPr>
          <p:cNvSpPr>
            <a:spLocks noGrp="1"/>
          </p:cNvSpPr>
          <p:nvPr>
            <p:ph type="title"/>
          </p:nvPr>
        </p:nvSpPr>
        <p:spPr>
          <a:xfrm>
            <a:off x="465139" y="503654"/>
            <a:ext cx="6151562" cy="566507"/>
          </a:xfrm>
        </p:spPr>
        <p:txBody>
          <a:bodyPr vert="horz"/>
          <a:lstStyle/>
          <a:p>
            <a:r>
              <a:rPr lang="en-GB" dirty="0"/>
              <a:t>Challenge 1</a:t>
            </a:r>
          </a:p>
        </p:txBody>
      </p:sp>
      <p:pic>
        <p:nvPicPr>
          <p:cNvPr id="9" name="Picture 8">
            <a:extLst>
              <a:ext uri="{FF2B5EF4-FFF2-40B4-BE49-F238E27FC236}">
                <a16:creationId xmlns:a16="http://schemas.microsoft.com/office/drawing/2014/main" id="{824A1707-F405-91FE-DC63-178044C58224}"/>
              </a:ext>
            </a:extLst>
          </p:cNvPr>
          <p:cNvPicPr>
            <a:picLocks noChangeAspect="1"/>
          </p:cNvPicPr>
          <p:nvPr/>
        </p:nvPicPr>
        <p:blipFill>
          <a:blip r:embed="rId5"/>
          <a:stretch>
            <a:fillRect/>
          </a:stretch>
        </p:blipFill>
        <p:spPr>
          <a:xfrm>
            <a:off x="8427563" y="1140645"/>
            <a:ext cx="3629318" cy="2041491"/>
          </a:xfrm>
          <a:prstGeom prst="rect">
            <a:avLst/>
          </a:prstGeom>
        </p:spPr>
      </p:pic>
      <p:sp>
        <p:nvSpPr>
          <p:cNvPr id="10" name="Speech Bubble: Rectangle with Corners Rounded 9">
            <a:extLst>
              <a:ext uri="{FF2B5EF4-FFF2-40B4-BE49-F238E27FC236}">
                <a16:creationId xmlns:a16="http://schemas.microsoft.com/office/drawing/2014/main" id="{66FD6B03-4CEC-5B6C-80A8-EDEC767D4CEB}"/>
              </a:ext>
            </a:extLst>
          </p:cNvPr>
          <p:cNvSpPr/>
          <p:nvPr/>
        </p:nvSpPr>
        <p:spPr bwMode="auto">
          <a:xfrm>
            <a:off x="8757501" y="3429000"/>
            <a:ext cx="3176833" cy="2623008"/>
          </a:xfrm>
          <a:prstGeom prst="wedgeRoundRectCallout">
            <a:avLst>
              <a:gd name="adj1" fmla="val -20703"/>
              <a:gd name="adj2" fmla="val -61536"/>
              <a:gd name="adj3" fmla="val 16667"/>
            </a:avLst>
          </a:prstGeom>
          <a:solidFill>
            <a:schemeClr val="accent3"/>
          </a:solidFill>
          <a:ln>
            <a:no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GB" sz="1400" dirty="0">
                <a:latin typeface="+mj-lt"/>
                <a:ea typeface="Verdana" panose="020B0604030504040204" pitchFamily="34" charset="0"/>
                <a:cs typeface="Verdana" panose="020B0604030504040204" pitchFamily="34" charset="0"/>
              </a:rPr>
              <a:t>The challenge is to redesign the whole deck with a focus on these types of pages.</a:t>
            </a:r>
          </a:p>
          <a:p>
            <a:pPr algn="ctr"/>
            <a:r>
              <a:rPr lang="en-GB" sz="1400" dirty="0">
                <a:latin typeface="+mj-lt"/>
                <a:ea typeface="Verdana" panose="020B0604030504040204" pitchFamily="34" charset="0"/>
                <a:cs typeface="Verdana" panose="020B0604030504040204" pitchFamily="34" charset="0"/>
              </a:rPr>
              <a:t>Obviously, we know you don’t have any more information so if there something you want to convey but don have the information just describe what information would fit in that box. </a:t>
            </a:r>
            <a:r>
              <a:rPr lang="en-US" sz="1400" dirty="0">
                <a:latin typeface="+mj-lt"/>
                <a:ea typeface="Verdana" panose="020B0604030504040204" pitchFamily="34" charset="0"/>
                <a:cs typeface="Verdana" panose="020B0604030504040204" pitchFamily="34" charset="0"/>
              </a:rPr>
              <a:t>The goal is to have a better structure &amp; storytelling, rather than the information being presented</a:t>
            </a:r>
            <a:r>
              <a:rPr lang="en-GB" sz="1400" dirty="0">
                <a:latin typeface="+mj-lt"/>
                <a:ea typeface="Verdana" panose="020B0604030504040204" pitchFamily="34" charset="0"/>
                <a:cs typeface="Verdana" panose="020B0604030504040204" pitchFamily="34" charset="0"/>
              </a:rPr>
              <a:t> right now.</a:t>
            </a:r>
          </a:p>
        </p:txBody>
      </p:sp>
    </p:spTree>
    <p:extLst>
      <p:ext uri="{BB962C8B-B14F-4D97-AF65-F5344CB8AC3E}">
        <p14:creationId xmlns:p14="http://schemas.microsoft.com/office/powerpoint/2010/main" val="2662229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F175FBB7-02B6-62A9-9EB2-56EC60B7261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5" name="think-cell data - do not delete" hidden="1">
                        <a:extLst>
                          <a:ext uri="{FF2B5EF4-FFF2-40B4-BE49-F238E27FC236}">
                            <a16:creationId xmlns:a16="http://schemas.microsoft.com/office/drawing/2014/main" id="{F175FBB7-02B6-62A9-9EB2-56EC60B726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E48D6E3-E932-C05E-592F-0108F13B76D1}"/>
              </a:ext>
            </a:extLst>
          </p:cNvPr>
          <p:cNvSpPr>
            <a:spLocks noGrp="1"/>
          </p:cNvSpPr>
          <p:nvPr>
            <p:ph type="title"/>
          </p:nvPr>
        </p:nvSpPr>
        <p:spPr/>
        <p:txBody>
          <a:bodyPr vert="horz"/>
          <a:lstStyle/>
          <a:p>
            <a:r>
              <a:rPr lang="en-US"/>
              <a:t>IT is tracking against 5 high level MBO’s for 2025</a:t>
            </a:r>
          </a:p>
        </p:txBody>
      </p:sp>
      <p:sp>
        <p:nvSpPr>
          <p:cNvPr id="4" name="Arrow: Pentagon 3">
            <a:extLst>
              <a:ext uri="{FF2B5EF4-FFF2-40B4-BE49-F238E27FC236}">
                <a16:creationId xmlns:a16="http://schemas.microsoft.com/office/drawing/2014/main" id="{0FBC2775-2161-EBC8-DBEE-9414E262DE48}"/>
              </a:ext>
            </a:extLst>
          </p:cNvPr>
          <p:cNvSpPr/>
          <p:nvPr/>
        </p:nvSpPr>
        <p:spPr bwMode="auto">
          <a:xfrm>
            <a:off x="894253" y="4229029"/>
            <a:ext cx="3017520" cy="870181"/>
          </a:xfrm>
          <a:prstGeom prst="homePlate">
            <a:avLst>
              <a:gd name="adj" fmla="val 35770"/>
            </a:avLst>
          </a:prstGeom>
          <a:solidFill>
            <a:schemeClr val="bg1"/>
          </a:solidFill>
          <a:ln w="19050">
            <a:solidFill>
              <a:srgbClr val="076B3B"/>
            </a:solidFill>
          </a:ln>
          <a:effectLst/>
        </p:spPr>
        <p:txBody>
          <a:bodyPr rot="0" spcFirstLastPara="0" vertOverflow="overflow" horzOverflow="overflow" vert="horz" wrap="square" lIns="365760" tIns="0" rIns="274320" bIns="0" numCol="1" spcCol="0" rtlCol="0" fromWordArt="0" anchor="ctr" anchorCtr="0" forceAA="0" compatLnSpc="1">
            <a:prstTxWarp prst="textNoShape">
              <a:avLst/>
            </a:prstTxWarp>
            <a:noAutofit/>
          </a:bodyPr>
          <a:lstStyle/>
          <a:p>
            <a:pPr algn="ctr"/>
            <a:r>
              <a:rPr lang="en-US" sz="1500" b="1" dirty="0">
                <a:solidFill>
                  <a:schemeClr val="accent6"/>
                </a:solidFill>
                <a:ea typeface="Verdana" panose="020B0604030504040204" pitchFamily="34" charset="0"/>
                <a:cs typeface="Verdana" panose="020B0604030504040204" pitchFamily="34" charset="0"/>
              </a:rPr>
              <a:t>Technology innovation to capture / drive value for the firm</a:t>
            </a:r>
          </a:p>
        </p:txBody>
      </p:sp>
      <p:sp>
        <p:nvSpPr>
          <p:cNvPr id="9" name="Arrow: Pentagon 8">
            <a:extLst>
              <a:ext uri="{FF2B5EF4-FFF2-40B4-BE49-F238E27FC236}">
                <a16:creationId xmlns:a16="http://schemas.microsoft.com/office/drawing/2014/main" id="{21BD9A75-9FF2-C030-F588-97C67702B1CC}"/>
              </a:ext>
            </a:extLst>
          </p:cNvPr>
          <p:cNvSpPr/>
          <p:nvPr/>
        </p:nvSpPr>
        <p:spPr bwMode="auto">
          <a:xfrm>
            <a:off x="894253" y="5208650"/>
            <a:ext cx="3017520" cy="870181"/>
          </a:xfrm>
          <a:prstGeom prst="homePlate">
            <a:avLst>
              <a:gd name="adj" fmla="val 35770"/>
            </a:avLst>
          </a:prstGeom>
          <a:solidFill>
            <a:schemeClr val="bg1"/>
          </a:solidFill>
          <a:ln w="19050">
            <a:solidFill>
              <a:srgbClr val="076B3B"/>
            </a:solidFill>
          </a:ln>
          <a:effectLst/>
        </p:spPr>
        <p:txBody>
          <a:bodyPr rot="0" spcFirstLastPara="0" vertOverflow="overflow" horzOverflow="overflow" vert="horz" wrap="square" lIns="365760" tIns="0" rIns="274320" bIns="0" numCol="1" spcCol="0" rtlCol="0" fromWordArt="0" anchor="ctr" anchorCtr="0" forceAA="0" compatLnSpc="1">
            <a:prstTxWarp prst="textNoShape">
              <a:avLst/>
            </a:prstTxWarp>
            <a:noAutofit/>
          </a:bodyPr>
          <a:lstStyle/>
          <a:p>
            <a:pPr algn="ctr"/>
            <a:r>
              <a:rPr lang="en-US" sz="1500" b="1" dirty="0">
                <a:solidFill>
                  <a:schemeClr val="accent6"/>
                </a:solidFill>
                <a:ea typeface="Verdana" panose="020B0604030504040204" pitchFamily="34" charset="0"/>
                <a:cs typeface="Verdana" panose="020B0604030504040204" pitchFamily="34" charset="0"/>
              </a:rPr>
              <a:t>Managing IT Transformations</a:t>
            </a:r>
          </a:p>
        </p:txBody>
      </p:sp>
      <p:sp>
        <p:nvSpPr>
          <p:cNvPr id="14" name="Arrow: Pentagon 13">
            <a:extLst>
              <a:ext uri="{FF2B5EF4-FFF2-40B4-BE49-F238E27FC236}">
                <a16:creationId xmlns:a16="http://schemas.microsoft.com/office/drawing/2014/main" id="{C6E6F096-70E3-53F4-1FEE-8EE48AA5BC0D}"/>
              </a:ext>
            </a:extLst>
          </p:cNvPr>
          <p:cNvSpPr/>
          <p:nvPr/>
        </p:nvSpPr>
        <p:spPr bwMode="auto">
          <a:xfrm>
            <a:off x="894253" y="3245503"/>
            <a:ext cx="3017520" cy="870181"/>
          </a:xfrm>
          <a:prstGeom prst="homePlate">
            <a:avLst>
              <a:gd name="adj" fmla="val 35770"/>
            </a:avLst>
          </a:prstGeom>
          <a:solidFill>
            <a:schemeClr val="bg1"/>
          </a:solidFill>
          <a:ln w="19050">
            <a:solidFill>
              <a:srgbClr val="076B3B"/>
            </a:solidFill>
          </a:ln>
          <a:effectLst/>
        </p:spPr>
        <p:txBody>
          <a:bodyPr rot="0" spcFirstLastPara="0" vertOverflow="overflow" horzOverflow="overflow" vert="horz" wrap="square" lIns="365760" tIns="0" rIns="274320" bIns="0" numCol="1" spcCol="0" rtlCol="0" fromWordArt="0" anchor="ctr" anchorCtr="0" forceAA="0" compatLnSpc="1">
            <a:prstTxWarp prst="textNoShape">
              <a:avLst/>
            </a:prstTxWarp>
            <a:noAutofit/>
          </a:bodyPr>
          <a:lstStyle/>
          <a:p>
            <a:pPr algn="ctr"/>
            <a:r>
              <a:rPr lang="en-US" sz="1500" b="1" dirty="0">
                <a:solidFill>
                  <a:schemeClr val="accent6"/>
                </a:solidFill>
                <a:ea typeface="Verdana" panose="020B0604030504040204" pitchFamily="34" charset="0"/>
                <a:cs typeface="Verdana" panose="020B0604030504040204" pitchFamily="34" charset="0"/>
              </a:rPr>
              <a:t>Cybersecurity and compliance</a:t>
            </a:r>
          </a:p>
        </p:txBody>
      </p:sp>
      <p:sp>
        <p:nvSpPr>
          <p:cNvPr id="16" name="Arrow: Pentagon 15">
            <a:extLst>
              <a:ext uri="{FF2B5EF4-FFF2-40B4-BE49-F238E27FC236}">
                <a16:creationId xmlns:a16="http://schemas.microsoft.com/office/drawing/2014/main" id="{7E3D9259-168C-A197-3AE0-F089B48CB036}"/>
              </a:ext>
            </a:extLst>
          </p:cNvPr>
          <p:cNvSpPr/>
          <p:nvPr/>
        </p:nvSpPr>
        <p:spPr bwMode="auto">
          <a:xfrm>
            <a:off x="894253" y="2258852"/>
            <a:ext cx="3017520" cy="870181"/>
          </a:xfrm>
          <a:prstGeom prst="homePlate">
            <a:avLst>
              <a:gd name="adj" fmla="val 35770"/>
            </a:avLst>
          </a:prstGeom>
          <a:solidFill>
            <a:schemeClr val="bg1"/>
          </a:solidFill>
          <a:ln w="19050">
            <a:solidFill>
              <a:srgbClr val="076B3B"/>
            </a:solidFill>
          </a:ln>
          <a:effectLst/>
        </p:spPr>
        <p:txBody>
          <a:bodyPr rot="0" spcFirstLastPara="0" vertOverflow="overflow" horzOverflow="overflow" vert="horz" wrap="square" lIns="365760" tIns="0" rIns="274320" bIns="0" numCol="1" spcCol="0" rtlCol="0" fromWordArt="0" anchor="ctr" anchorCtr="0" forceAA="0" compatLnSpc="1">
            <a:prstTxWarp prst="textNoShape">
              <a:avLst/>
            </a:prstTxWarp>
            <a:noAutofit/>
          </a:bodyPr>
          <a:lstStyle/>
          <a:p>
            <a:pPr algn="ctr"/>
            <a:r>
              <a:rPr lang="en-US" sz="1500" b="1" dirty="0">
                <a:solidFill>
                  <a:schemeClr val="accent6"/>
                </a:solidFill>
                <a:ea typeface="Verdana" panose="020B0604030504040204" pitchFamily="34" charset="0"/>
                <a:cs typeface="Verdana" panose="020B0604030504040204" pitchFamily="34" charset="0"/>
              </a:rPr>
              <a:t>Vendor Management</a:t>
            </a:r>
          </a:p>
        </p:txBody>
      </p:sp>
      <p:sp>
        <p:nvSpPr>
          <p:cNvPr id="5" name="Oval 4">
            <a:extLst>
              <a:ext uri="{FF2B5EF4-FFF2-40B4-BE49-F238E27FC236}">
                <a16:creationId xmlns:a16="http://schemas.microsoft.com/office/drawing/2014/main" id="{B937F844-8F1D-2676-110E-816D17C2BDF6}"/>
              </a:ext>
            </a:extLst>
          </p:cNvPr>
          <p:cNvSpPr/>
          <p:nvPr/>
        </p:nvSpPr>
        <p:spPr>
          <a:xfrm>
            <a:off x="359630" y="4214192"/>
            <a:ext cx="886968" cy="886968"/>
          </a:xfrm>
          <a:prstGeom prst="ellipse">
            <a:avLst/>
          </a:prstGeom>
          <a:solidFill>
            <a:srgbClr val="00B85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bg1"/>
                </a:solidFill>
                <a:latin typeface="Arial" pitchFamily="34" charset="0"/>
                <a:cs typeface="Arial" pitchFamily="34" charset="0"/>
              </a:rPr>
              <a:t>4</a:t>
            </a:r>
          </a:p>
        </p:txBody>
      </p:sp>
      <p:sp>
        <p:nvSpPr>
          <p:cNvPr id="7" name="Oval 6">
            <a:extLst>
              <a:ext uri="{FF2B5EF4-FFF2-40B4-BE49-F238E27FC236}">
                <a16:creationId xmlns:a16="http://schemas.microsoft.com/office/drawing/2014/main" id="{F7BC4D9A-262C-1763-E0B2-311805113F20}"/>
              </a:ext>
            </a:extLst>
          </p:cNvPr>
          <p:cNvSpPr/>
          <p:nvPr/>
        </p:nvSpPr>
        <p:spPr>
          <a:xfrm>
            <a:off x="359630" y="3236522"/>
            <a:ext cx="886968" cy="886968"/>
          </a:xfrm>
          <a:prstGeom prst="ellipse">
            <a:avLst/>
          </a:prstGeom>
          <a:solidFill>
            <a:srgbClr val="00B85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rPr>
              <a:t>3</a:t>
            </a:r>
          </a:p>
        </p:txBody>
      </p:sp>
      <p:sp>
        <p:nvSpPr>
          <p:cNvPr id="10" name="Oval 9">
            <a:extLst>
              <a:ext uri="{FF2B5EF4-FFF2-40B4-BE49-F238E27FC236}">
                <a16:creationId xmlns:a16="http://schemas.microsoft.com/office/drawing/2014/main" id="{3B9323CD-30A5-5B2B-AD1F-E155A5CD226E}"/>
              </a:ext>
            </a:extLst>
          </p:cNvPr>
          <p:cNvSpPr/>
          <p:nvPr/>
        </p:nvSpPr>
        <p:spPr>
          <a:xfrm>
            <a:off x="359630" y="5191863"/>
            <a:ext cx="886968" cy="886968"/>
          </a:xfrm>
          <a:prstGeom prst="ellipse">
            <a:avLst/>
          </a:prstGeom>
          <a:solidFill>
            <a:srgbClr val="00B85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bg1"/>
                </a:solidFill>
                <a:latin typeface="Arial" pitchFamily="34" charset="0"/>
                <a:cs typeface="Arial" pitchFamily="34" charset="0"/>
              </a:rPr>
              <a:t>5</a:t>
            </a:r>
          </a:p>
        </p:txBody>
      </p:sp>
      <p:sp>
        <p:nvSpPr>
          <p:cNvPr id="17" name="Arrow: Pentagon 16">
            <a:extLst>
              <a:ext uri="{FF2B5EF4-FFF2-40B4-BE49-F238E27FC236}">
                <a16:creationId xmlns:a16="http://schemas.microsoft.com/office/drawing/2014/main" id="{0099D33F-8030-4B11-1F59-1DAAB249702C}"/>
              </a:ext>
            </a:extLst>
          </p:cNvPr>
          <p:cNvSpPr/>
          <p:nvPr/>
        </p:nvSpPr>
        <p:spPr bwMode="auto">
          <a:xfrm>
            <a:off x="894253" y="1289576"/>
            <a:ext cx="3017520" cy="870181"/>
          </a:xfrm>
          <a:prstGeom prst="homePlate">
            <a:avLst>
              <a:gd name="adj" fmla="val 35770"/>
            </a:avLst>
          </a:prstGeom>
          <a:solidFill>
            <a:schemeClr val="bg1"/>
          </a:solidFill>
          <a:ln w="19050">
            <a:solidFill>
              <a:srgbClr val="076B3B"/>
            </a:solidFill>
          </a:ln>
          <a:effectLst/>
        </p:spPr>
        <p:txBody>
          <a:bodyPr rot="0" spcFirstLastPara="0" vertOverflow="overflow" horzOverflow="overflow" vert="horz" wrap="square" lIns="365760" tIns="0" rIns="274320" bIns="0" numCol="1" spcCol="0" rtlCol="0" fromWordArt="0" anchor="ctr" anchorCtr="0" forceAA="0" compatLnSpc="1">
            <a:prstTxWarp prst="textNoShape">
              <a:avLst/>
            </a:prstTxWarp>
            <a:noAutofit/>
          </a:bodyPr>
          <a:lstStyle/>
          <a:p>
            <a:pPr marL="0" indent="0" algn="ctr">
              <a:spcAft>
                <a:spcPts val="600"/>
              </a:spcAft>
            </a:pPr>
            <a:r>
              <a:rPr lang="en-GB" sz="1500" b="1" dirty="0">
                <a:solidFill>
                  <a:schemeClr val="accent6"/>
                </a:solidFill>
              </a:rPr>
              <a:t>Strategic IT Leadership</a:t>
            </a:r>
          </a:p>
        </p:txBody>
      </p:sp>
      <p:sp>
        <p:nvSpPr>
          <p:cNvPr id="12" name="Oval 11">
            <a:extLst>
              <a:ext uri="{FF2B5EF4-FFF2-40B4-BE49-F238E27FC236}">
                <a16:creationId xmlns:a16="http://schemas.microsoft.com/office/drawing/2014/main" id="{5389E498-7BFA-981E-0293-6FA57FB4C77F}"/>
              </a:ext>
            </a:extLst>
          </p:cNvPr>
          <p:cNvSpPr/>
          <p:nvPr/>
        </p:nvSpPr>
        <p:spPr>
          <a:xfrm>
            <a:off x="359630" y="1281182"/>
            <a:ext cx="886968" cy="886968"/>
          </a:xfrm>
          <a:prstGeom prst="ellipse">
            <a:avLst/>
          </a:prstGeom>
          <a:solidFill>
            <a:srgbClr val="00B85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bg1"/>
                </a:solidFill>
                <a:latin typeface="Arial" pitchFamily="34" charset="0"/>
                <a:cs typeface="Arial" pitchFamily="34" charset="0"/>
              </a:rPr>
              <a:t>1</a:t>
            </a:r>
          </a:p>
        </p:txBody>
      </p:sp>
      <p:sp>
        <p:nvSpPr>
          <p:cNvPr id="13" name="Oval 12">
            <a:extLst>
              <a:ext uri="{FF2B5EF4-FFF2-40B4-BE49-F238E27FC236}">
                <a16:creationId xmlns:a16="http://schemas.microsoft.com/office/drawing/2014/main" id="{43B0B142-C0AC-6368-2FA3-D0ABDCAED76E}"/>
              </a:ext>
            </a:extLst>
          </p:cNvPr>
          <p:cNvSpPr/>
          <p:nvPr/>
        </p:nvSpPr>
        <p:spPr>
          <a:xfrm>
            <a:off x="359630" y="2258852"/>
            <a:ext cx="886968" cy="886968"/>
          </a:xfrm>
          <a:prstGeom prst="ellipse">
            <a:avLst/>
          </a:prstGeom>
          <a:solidFill>
            <a:srgbClr val="00B85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bg1"/>
                </a:solidFill>
                <a:latin typeface="Arial" pitchFamily="34" charset="0"/>
                <a:cs typeface="Arial" pitchFamily="34" charset="0"/>
              </a:rPr>
              <a:t>2</a:t>
            </a:r>
          </a:p>
        </p:txBody>
      </p:sp>
      <p:sp>
        <p:nvSpPr>
          <p:cNvPr id="24" name="TextBox 23">
            <a:extLst>
              <a:ext uri="{FF2B5EF4-FFF2-40B4-BE49-F238E27FC236}">
                <a16:creationId xmlns:a16="http://schemas.microsoft.com/office/drawing/2014/main" id="{31839450-8000-2117-0AE3-9BE70B2E8778}"/>
              </a:ext>
            </a:extLst>
          </p:cNvPr>
          <p:cNvSpPr txBox="1"/>
          <p:nvPr/>
        </p:nvSpPr>
        <p:spPr>
          <a:xfrm>
            <a:off x="4022640" y="1271125"/>
            <a:ext cx="7899729" cy="923330"/>
          </a:xfrm>
          <a:prstGeom prst="rect">
            <a:avLst/>
          </a:prstGeom>
          <a:noFill/>
        </p:spPr>
        <p:txBody>
          <a:bodyPr wrap="square">
            <a:spAutoFit/>
          </a:bodyPr>
          <a:lstStyle/>
          <a:p>
            <a:r>
              <a:rPr lang="en-GB" i="1">
                <a:solidFill>
                  <a:schemeClr val="accent5"/>
                </a:solidFill>
              </a:rPr>
              <a:t>Strategic IT Leadership</a:t>
            </a:r>
            <a:r>
              <a:rPr lang="en-GB">
                <a:solidFill>
                  <a:schemeClr val="accent5"/>
                </a:solidFill>
              </a:rPr>
              <a:t> | </a:t>
            </a:r>
            <a:r>
              <a:rPr lang="en-GB" sz="1800">
                <a:solidFill>
                  <a:schemeClr val="accent5"/>
                </a:solidFill>
              </a:rPr>
              <a:t>Driving L.E.K.’s business technology vision and strategy in alignment with business goals and building a high-performance IT team while cultivating a culture of innovation and learning</a:t>
            </a:r>
            <a:endParaRPr lang="en-GB">
              <a:solidFill>
                <a:schemeClr val="accent5"/>
              </a:solidFill>
            </a:endParaRPr>
          </a:p>
        </p:txBody>
      </p:sp>
      <p:sp>
        <p:nvSpPr>
          <p:cNvPr id="8" name="TextBox 7">
            <a:extLst>
              <a:ext uri="{FF2B5EF4-FFF2-40B4-BE49-F238E27FC236}">
                <a16:creationId xmlns:a16="http://schemas.microsoft.com/office/drawing/2014/main" id="{D66D1834-135F-9CF8-F618-51EB33122D0D}"/>
              </a:ext>
            </a:extLst>
          </p:cNvPr>
          <p:cNvSpPr txBox="1"/>
          <p:nvPr/>
        </p:nvSpPr>
        <p:spPr>
          <a:xfrm>
            <a:off x="4022640" y="2370776"/>
            <a:ext cx="7899729" cy="646331"/>
          </a:xfrm>
          <a:prstGeom prst="rect">
            <a:avLst/>
          </a:prstGeom>
          <a:noFill/>
        </p:spPr>
        <p:txBody>
          <a:bodyPr wrap="square">
            <a:spAutoFit/>
          </a:bodyPr>
          <a:lstStyle/>
          <a:p>
            <a:r>
              <a:rPr lang="en-GB" i="1">
                <a:solidFill>
                  <a:schemeClr val="accent5"/>
                </a:solidFill>
              </a:rPr>
              <a:t>Vendor Management</a:t>
            </a:r>
            <a:r>
              <a:rPr lang="en-GB">
                <a:solidFill>
                  <a:schemeClr val="accent5"/>
                </a:solidFill>
              </a:rPr>
              <a:t> | </a:t>
            </a:r>
            <a:r>
              <a:rPr lang="en-GB" sz="1800">
                <a:solidFill>
                  <a:schemeClr val="accent5"/>
                </a:solidFill>
              </a:rPr>
              <a:t>Driving value creation through strategic vendor and supplier relationships to meet evolving technology and staff needs</a:t>
            </a:r>
            <a:endParaRPr lang="en-GB">
              <a:solidFill>
                <a:schemeClr val="accent5"/>
              </a:solidFill>
            </a:endParaRPr>
          </a:p>
        </p:txBody>
      </p:sp>
      <p:sp>
        <p:nvSpPr>
          <p:cNvPr id="18" name="TextBox 17">
            <a:extLst>
              <a:ext uri="{FF2B5EF4-FFF2-40B4-BE49-F238E27FC236}">
                <a16:creationId xmlns:a16="http://schemas.microsoft.com/office/drawing/2014/main" id="{BDD405AC-0CB7-31C7-6637-4EA8BCC973E1}"/>
              </a:ext>
            </a:extLst>
          </p:cNvPr>
          <p:cNvSpPr txBox="1"/>
          <p:nvPr/>
        </p:nvSpPr>
        <p:spPr>
          <a:xfrm>
            <a:off x="4022640" y="3356840"/>
            <a:ext cx="7899729" cy="646331"/>
          </a:xfrm>
          <a:prstGeom prst="rect">
            <a:avLst/>
          </a:prstGeom>
          <a:noFill/>
        </p:spPr>
        <p:txBody>
          <a:bodyPr wrap="square">
            <a:spAutoFit/>
          </a:bodyPr>
          <a:lstStyle/>
          <a:p>
            <a:r>
              <a:rPr lang="en-GB" i="1">
                <a:solidFill>
                  <a:schemeClr val="accent5"/>
                </a:solidFill>
              </a:rPr>
              <a:t>Cybersecurity &amp; Compliance</a:t>
            </a:r>
            <a:r>
              <a:rPr lang="en-GB">
                <a:solidFill>
                  <a:schemeClr val="accent5"/>
                </a:solidFill>
              </a:rPr>
              <a:t> | </a:t>
            </a:r>
            <a:r>
              <a:rPr lang="en-GB" sz="1800">
                <a:solidFill>
                  <a:schemeClr val="accent5"/>
                </a:solidFill>
              </a:rPr>
              <a:t>Ensure effective management of IT systems, processes and resources to maintain competitive advantage</a:t>
            </a:r>
            <a:endParaRPr lang="en-GB">
              <a:solidFill>
                <a:schemeClr val="accent5"/>
              </a:solidFill>
            </a:endParaRPr>
          </a:p>
        </p:txBody>
      </p:sp>
      <p:sp>
        <p:nvSpPr>
          <p:cNvPr id="20" name="TextBox 19">
            <a:extLst>
              <a:ext uri="{FF2B5EF4-FFF2-40B4-BE49-F238E27FC236}">
                <a16:creationId xmlns:a16="http://schemas.microsoft.com/office/drawing/2014/main" id="{C496B23F-C578-CEDD-913B-F11F4B8101A1}"/>
              </a:ext>
            </a:extLst>
          </p:cNvPr>
          <p:cNvSpPr txBox="1"/>
          <p:nvPr/>
        </p:nvSpPr>
        <p:spPr>
          <a:xfrm>
            <a:off x="4022640" y="4202454"/>
            <a:ext cx="8049198" cy="923330"/>
          </a:xfrm>
          <a:prstGeom prst="rect">
            <a:avLst/>
          </a:prstGeom>
          <a:noFill/>
        </p:spPr>
        <p:txBody>
          <a:bodyPr wrap="square">
            <a:spAutoFit/>
          </a:bodyPr>
          <a:lstStyle/>
          <a:p>
            <a:r>
              <a:rPr lang="en-GB" i="1">
                <a:solidFill>
                  <a:schemeClr val="accent5"/>
                </a:solidFill>
              </a:rPr>
              <a:t>Technology innovation to capture / drive value for the firm</a:t>
            </a:r>
            <a:r>
              <a:rPr lang="en-GB">
                <a:solidFill>
                  <a:schemeClr val="accent5"/>
                </a:solidFill>
              </a:rPr>
              <a:t> | </a:t>
            </a:r>
            <a:r>
              <a:rPr lang="en-GB" sz="1800">
                <a:solidFill>
                  <a:schemeClr val="accent5"/>
                </a:solidFill>
              </a:rPr>
              <a:t>Enable digital transformation and AI initiatives to enhance client and employee experiences, and identify emerging technologies to maintain competitive advantage</a:t>
            </a:r>
            <a:endParaRPr lang="en-GB">
              <a:solidFill>
                <a:schemeClr val="accent5"/>
              </a:solidFill>
            </a:endParaRPr>
          </a:p>
        </p:txBody>
      </p:sp>
      <p:sp>
        <p:nvSpPr>
          <p:cNvPr id="25" name="TextBox 24">
            <a:extLst>
              <a:ext uri="{FF2B5EF4-FFF2-40B4-BE49-F238E27FC236}">
                <a16:creationId xmlns:a16="http://schemas.microsoft.com/office/drawing/2014/main" id="{4F7E339A-482F-D406-F0C9-68EA83A9A46D}"/>
              </a:ext>
            </a:extLst>
          </p:cNvPr>
          <p:cNvSpPr txBox="1"/>
          <p:nvPr/>
        </p:nvSpPr>
        <p:spPr>
          <a:xfrm>
            <a:off x="4022640" y="5173682"/>
            <a:ext cx="7899729" cy="923330"/>
          </a:xfrm>
          <a:prstGeom prst="rect">
            <a:avLst/>
          </a:prstGeom>
          <a:noFill/>
        </p:spPr>
        <p:txBody>
          <a:bodyPr wrap="square">
            <a:spAutoFit/>
          </a:bodyPr>
          <a:lstStyle/>
          <a:p>
            <a:r>
              <a:rPr lang="en-GB" i="1">
                <a:solidFill>
                  <a:schemeClr val="accent5"/>
                </a:solidFill>
              </a:rPr>
              <a:t>Managing IT Transformations</a:t>
            </a:r>
            <a:r>
              <a:rPr lang="en-GB">
                <a:solidFill>
                  <a:schemeClr val="accent5"/>
                </a:solidFill>
              </a:rPr>
              <a:t> | </a:t>
            </a:r>
            <a:r>
              <a:rPr lang="en-GB" sz="1800">
                <a:solidFill>
                  <a:schemeClr val="accent5"/>
                </a:solidFill>
              </a:rPr>
              <a:t>Managing the delivery, performance and modernisation of IT systems and services, and driving operational efficiency through process optimisation and automation</a:t>
            </a:r>
            <a:endParaRPr lang="en-GB">
              <a:solidFill>
                <a:schemeClr val="accent5"/>
              </a:solidFill>
            </a:endParaRPr>
          </a:p>
        </p:txBody>
      </p:sp>
      <p:sp>
        <p:nvSpPr>
          <p:cNvPr id="6" name="Source">
            <a:extLst>
              <a:ext uri="{FF2B5EF4-FFF2-40B4-BE49-F238E27FC236}">
                <a16:creationId xmlns:a16="http://schemas.microsoft.com/office/drawing/2014/main" id="{61F868A8-F1C8-DC6B-F3E6-D31E704CB7F3}"/>
              </a:ext>
            </a:extLst>
          </p:cNvPr>
          <p:cNvSpPr txBox="1"/>
          <p:nvPr/>
        </p:nvSpPr>
        <p:spPr>
          <a:xfrm>
            <a:off x="465138" y="6142198"/>
            <a:ext cx="9980611" cy="187166"/>
          </a:xfrm>
          <a:prstGeom prst="rect">
            <a:avLst/>
          </a:prstGeom>
          <a:noFill/>
        </p:spPr>
        <p:txBody>
          <a:bodyPr vert="horz" wrap="square" lIns="0" tIns="0" rIns="0" bIns="0" rtlCol="0" anchor="b">
            <a:noAutofit/>
          </a:bodyPr>
          <a:lstStyle/>
          <a:p>
            <a:pPr marL="395994" indent="-395994"/>
            <a:r>
              <a:rPr lang="en-GB" sz="800">
                <a:solidFill>
                  <a:schemeClr val="accent5"/>
                </a:solidFill>
                <a:latin typeface="Arial" panose="020B0604020202020204" pitchFamily="34" charset="0"/>
                <a:ea typeface="Verdana" panose="020B0604030504040204" pitchFamily="34" charset="0"/>
                <a:cs typeface="Times New Roman" panose="02020603050405020304" pitchFamily="18" charset="0"/>
              </a:rPr>
              <a:t>Note: Blue text indicates a link to the Appendix items</a:t>
            </a:r>
          </a:p>
        </p:txBody>
      </p:sp>
      <p:sp>
        <p:nvSpPr>
          <p:cNvPr id="3" name="Rectangle: Rounded Corners 2">
            <a:extLst>
              <a:ext uri="{FF2B5EF4-FFF2-40B4-BE49-F238E27FC236}">
                <a16:creationId xmlns:a16="http://schemas.microsoft.com/office/drawing/2014/main" id="{9EE3FAC9-AD50-D143-1121-AE804C9B07D0}"/>
              </a:ext>
            </a:extLst>
          </p:cNvPr>
          <p:cNvSpPr/>
          <p:nvPr/>
        </p:nvSpPr>
        <p:spPr bwMode="auto">
          <a:xfrm>
            <a:off x="8854898" y="137170"/>
            <a:ext cx="2972855" cy="832292"/>
          </a:xfrm>
          <a:prstGeom prst="roundRect">
            <a:avLst/>
          </a:prstGeom>
          <a:solidFill>
            <a:srgbClr val="FFC836"/>
          </a:solidFill>
          <a:ln>
            <a:no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GB" sz="1400" dirty="0">
                <a:latin typeface="+mj-lt"/>
                <a:ea typeface="Verdana" panose="020B0604030504040204" pitchFamily="34" charset="0"/>
                <a:cs typeface="Verdana" panose="020B0604030504040204" pitchFamily="34" charset="0"/>
              </a:rPr>
              <a:t>Background info for what the MBO report tells leadership about</a:t>
            </a:r>
          </a:p>
        </p:txBody>
      </p:sp>
    </p:spTree>
    <p:extLst>
      <p:ext uri="{BB962C8B-B14F-4D97-AF65-F5344CB8AC3E}">
        <p14:creationId xmlns:p14="http://schemas.microsoft.com/office/powerpoint/2010/main" val="383087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FBB60-60C6-78B1-8E80-F9B6B799815E}"/>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7006519-B64B-A7BD-3F17-1835977B2924}"/>
              </a:ext>
            </a:extLst>
          </p:cNvPr>
          <p:cNvGraphicFramePr>
            <a:graphicFrameLocks noChangeAspect="1"/>
          </p:cNvGraphicFramePr>
          <p:nvPr>
            <p:custDataLst>
              <p:tags r:id="rId1"/>
            </p:custDataLst>
            <p:extLst>
              <p:ext uri="{D42A27DB-BD31-4B8C-83A1-F6EECF244321}">
                <p14:modId xmlns:p14="http://schemas.microsoft.com/office/powerpoint/2010/main" val="21491593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8" name="think-cell data - do not delete" hidden="1">
                        <a:extLst>
                          <a:ext uri="{FF2B5EF4-FFF2-40B4-BE49-F238E27FC236}">
                            <a16:creationId xmlns:a16="http://schemas.microsoft.com/office/drawing/2014/main" id="{07006519-B64B-A7BD-3F17-1835977B29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9EBC668-FF77-26A2-1F49-30BD0C70BEE6}"/>
              </a:ext>
            </a:extLst>
          </p:cNvPr>
          <p:cNvSpPr>
            <a:spLocks noGrp="1"/>
          </p:cNvSpPr>
          <p:nvPr>
            <p:ph type="title"/>
          </p:nvPr>
        </p:nvSpPr>
        <p:spPr/>
        <p:txBody>
          <a:bodyPr vert="horz"/>
          <a:lstStyle/>
          <a:p>
            <a:r>
              <a:rPr lang="en-GB" i="1" dirty="0"/>
              <a:t>1. Strategic IT Leadership</a:t>
            </a:r>
            <a:r>
              <a:rPr lang="en-GB" dirty="0"/>
              <a:t> | </a:t>
            </a:r>
            <a:r>
              <a:rPr lang="en-GB" sz="1800" dirty="0"/>
              <a:t>Q4 Achievements</a:t>
            </a:r>
            <a:endParaRPr lang="en-GB" dirty="0"/>
          </a:p>
        </p:txBody>
      </p:sp>
      <p:sp>
        <p:nvSpPr>
          <p:cNvPr id="16" name="TextBox 15">
            <a:extLst>
              <a:ext uri="{FF2B5EF4-FFF2-40B4-BE49-F238E27FC236}">
                <a16:creationId xmlns:a16="http://schemas.microsoft.com/office/drawing/2014/main" id="{9BDBF1B0-B156-64BD-A86C-53121BBEDFE0}"/>
              </a:ext>
            </a:extLst>
          </p:cNvPr>
          <p:cNvSpPr txBox="1"/>
          <p:nvPr/>
        </p:nvSpPr>
        <p:spPr>
          <a:xfrm>
            <a:off x="9388352" y="1080656"/>
            <a:ext cx="1014177" cy="315526"/>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GB" sz="1600" b="1" i="0" u="sng" strike="noStrike" kern="1200" cap="none" spc="0" normalizeH="0" baseline="0" noProof="0">
                <a:ln>
                  <a:noFill/>
                </a:ln>
                <a:solidFill>
                  <a:srgbClr val="000000"/>
                </a:solidFill>
                <a:effectLst/>
                <a:uLnTx/>
                <a:uFillTx/>
                <a:latin typeface="Arial" panose="020B0604020202020204"/>
                <a:ea typeface="+mn-ea"/>
                <a:cs typeface="+mn-cs"/>
              </a:rPr>
              <a:t>MBO’s:</a:t>
            </a:r>
          </a:p>
        </p:txBody>
      </p:sp>
      <p:sp>
        <p:nvSpPr>
          <p:cNvPr id="3" name="Arrow: Pentagon 2">
            <a:extLst>
              <a:ext uri="{FF2B5EF4-FFF2-40B4-BE49-F238E27FC236}">
                <a16:creationId xmlns:a16="http://schemas.microsoft.com/office/drawing/2014/main" id="{9C1FD4A7-834E-FC7F-CE8C-8D24D6C40D73}"/>
              </a:ext>
            </a:extLst>
          </p:cNvPr>
          <p:cNvSpPr/>
          <p:nvPr/>
        </p:nvSpPr>
        <p:spPr bwMode="auto">
          <a:xfrm flipH="1">
            <a:off x="9124121" y="4336801"/>
            <a:ext cx="2281294" cy="870181"/>
          </a:xfrm>
          <a:prstGeom prst="homePlate">
            <a:avLst>
              <a:gd name="adj" fmla="val 35770"/>
            </a:avLst>
          </a:prstGeom>
          <a:solidFill>
            <a:schemeClr val="accent3"/>
          </a:solidFill>
          <a:ln>
            <a:solidFill>
              <a:schemeClr val="bg1"/>
            </a:solidFill>
          </a:ln>
          <a:effectLst/>
        </p:spPr>
        <p:txBody>
          <a:bodyPr rot="0" spcFirstLastPara="0" vertOverflow="overflow" horzOverflow="overflow" vert="horz" wrap="square" lIns="228600" tIns="0" rIns="36576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rial" panose="020B0604020202020204"/>
                <a:ea typeface="Verdana" panose="020B0604030504040204" pitchFamily="34" charset="0"/>
                <a:cs typeface="Verdana" panose="020B0604030504040204" pitchFamily="34" charset="0"/>
              </a:rPr>
              <a:t>Technology innovation to capture / drive value for the firm / AI</a:t>
            </a:r>
          </a:p>
        </p:txBody>
      </p:sp>
      <p:sp>
        <p:nvSpPr>
          <p:cNvPr id="4" name="Oval 3">
            <a:extLst>
              <a:ext uri="{FF2B5EF4-FFF2-40B4-BE49-F238E27FC236}">
                <a16:creationId xmlns:a16="http://schemas.microsoft.com/office/drawing/2014/main" id="{1C8E95C4-418F-F6FD-CCC0-DA02A38D2787}"/>
              </a:ext>
            </a:extLst>
          </p:cNvPr>
          <p:cNvSpPr/>
          <p:nvPr/>
        </p:nvSpPr>
        <p:spPr>
          <a:xfrm>
            <a:off x="11038501" y="4319700"/>
            <a:ext cx="886968" cy="886968"/>
          </a:xfrm>
          <a:prstGeom prst="ellipse">
            <a:avLst/>
          </a:prstGeom>
          <a:solidFill>
            <a:srgbClr val="076B3B"/>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itchFamily="34" charset="0"/>
                <a:ea typeface="+mn-ea"/>
                <a:cs typeface="Arial" pitchFamily="34" charset="0"/>
              </a:rPr>
              <a:t>4</a:t>
            </a:r>
          </a:p>
        </p:txBody>
      </p:sp>
      <p:sp>
        <p:nvSpPr>
          <p:cNvPr id="5" name="Arrow: Pentagon 4">
            <a:extLst>
              <a:ext uri="{FF2B5EF4-FFF2-40B4-BE49-F238E27FC236}">
                <a16:creationId xmlns:a16="http://schemas.microsoft.com/office/drawing/2014/main" id="{444F292B-3618-0DAB-E493-773CC0F4B2EF}"/>
              </a:ext>
            </a:extLst>
          </p:cNvPr>
          <p:cNvSpPr/>
          <p:nvPr/>
        </p:nvSpPr>
        <p:spPr bwMode="auto">
          <a:xfrm flipH="1">
            <a:off x="9124121" y="3357179"/>
            <a:ext cx="2281294" cy="870181"/>
          </a:xfrm>
          <a:prstGeom prst="homePlate">
            <a:avLst>
              <a:gd name="adj" fmla="val 35770"/>
            </a:avLst>
          </a:prstGeom>
          <a:solidFill>
            <a:schemeClr val="accent3"/>
          </a:solidFill>
          <a:ln>
            <a:solidFill>
              <a:schemeClr val="bg1"/>
            </a:solidFill>
          </a:ln>
          <a:effectLst/>
        </p:spPr>
        <p:txBody>
          <a:bodyPr rot="0" spcFirstLastPara="0" vertOverflow="overflow" horzOverflow="overflow" vert="horz" wrap="square" lIns="228600" tIns="0" rIns="36576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rial" panose="020B0604020202020204"/>
                <a:ea typeface="Verdana" panose="020B0604030504040204" pitchFamily="34" charset="0"/>
                <a:cs typeface="+mn-cs"/>
              </a:rPr>
              <a:t>Cybersecurity and compliance</a:t>
            </a:r>
          </a:p>
        </p:txBody>
      </p:sp>
      <p:sp>
        <p:nvSpPr>
          <p:cNvPr id="19" name="Oval 18">
            <a:extLst>
              <a:ext uri="{FF2B5EF4-FFF2-40B4-BE49-F238E27FC236}">
                <a16:creationId xmlns:a16="http://schemas.microsoft.com/office/drawing/2014/main" id="{4D7D0299-1F0B-92BE-D499-EEAAC5DF3EE4}"/>
              </a:ext>
            </a:extLst>
          </p:cNvPr>
          <p:cNvSpPr/>
          <p:nvPr/>
        </p:nvSpPr>
        <p:spPr>
          <a:xfrm>
            <a:off x="11038501" y="3342030"/>
            <a:ext cx="886968" cy="886968"/>
          </a:xfrm>
          <a:prstGeom prst="ellipse">
            <a:avLst/>
          </a:prstGeom>
          <a:solidFill>
            <a:srgbClr val="076B3B"/>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itchFamily="34" charset="0"/>
                <a:ea typeface="+mn-ea"/>
                <a:cs typeface="Arial" pitchFamily="34" charset="0"/>
              </a:rPr>
              <a:t>3</a:t>
            </a:r>
          </a:p>
        </p:txBody>
      </p:sp>
      <p:sp>
        <p:nvSpPr>
          <p:cNvPr id="20" name="Arrow: Pentagon 19">
            <a:extLst>
              <a:ext uri="{FF2B5EF4-FFF2-40B4-BE49-F238E27FC236}">
                <a16:creationId xmlns:a16="http://schemas.microsoft.com/office/drawing/2014/main" id="{B3A93690-435E-D33B-3988-8A4C01502D88}"/>
              </a:ext>
            </a:extLst>
          </p:cNvPr>
          <p:cNvSpPr/>
          <p:nvPr/>
        </p:nvSpPr>
        <p:spPr bwMode="auto">
          <a:xfrm flipH="1">
            <a:off x="9124121" y="2377557"/>
            <a:ext cx="2281294" cy="870181"/>
          </a:xfrm>
          <a:prstGeom prst="homePlate">
            <a:avLst>
              <a:gd name="adj" fmla="val 35770"/>
            </a:avLst>
          </a:prstGeom>
          <a:solidFill>
            <a:schemeClr val="accent3"/>
          </a:solidFill>
          <a:ln>
            <a:solidFill>
              <a:schemeClr val="bg1"/>
            </a:solidFill>
          </a:ln>
          <a:effectLst/>
        </p:spPr>
        <p:txBody>
          <a:bodyPr rot="0" spcFirstLastPara="0" vertOverflow="overflow" horzOverflow="overflow" vert="horz" wrap="square" lIns="228600" tIns="0" rIns="36576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rial" panose="020B0604020202020204"/>
                <a:ea typeface="Verdana" panose="020B0604030504040204" pitchFamily="34" charset="0"/>
                <a:cs typeface="+mn-cs"/>
              </a:rPr>
              <a:t>Vendor Management</a:t>
            </a:r>
          </a:p>
        </p:txBody>
      </p:sp>
      <p:sp>
        <p:nvSpPr>
          <p:cNvPr id="21" name="Oval 20">
            <a:extLst>
              <a:ext uri="{FF2B5EF4-FFF2-40B4-BE49-F238E27FC236}">
                <a16:creationId xmlns:a16="http://schemas.microsoft.com/office/drawing/2014/main" id="{0910CB1D-8996-0FA0-BAF4-68A5032BAA16}"/>
              </a:ext>
            </a:extLst>
          </p:cNvPr>
          <p:cNvSpPr/>
          <p:nvPr/>
        </p:nvSpPr>
        <p:spPr>
          <a:xfrm>
            <a:off x="11038501" y="2364360"/>
            <a:ext cx="886968" cy="886968"/>
          </a:xfrm>
          <a:prstGeom prst="ellipse">
            <a:avLst/>
          </a:prstGeom>
          <a:solidFill>
            <a:srgbClr val="076B3B"/>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itchFamily="34" charset="0"/>
                <a:ea typeface="+mn-ea"/>
                <a:cs typeface="Arial" pitchFamily="34" charset="0"/>
              </a:rPr>
              <a:t>2</a:t>
            </a:r>
          </a:p>
        </p:txBody>
      </p:sp>
      <p:sp>
        <p:nvSpPr>
          <p:cNvPr id="22" name="Arrow: Pentagon 21">
            <a:extLst>
              <a:ext uri="{FF2B5EF4-FFF2-40B4-BE49-F238E27FC236}">
                <a16:creationId xmlns:a16="http://schemas.microsoft.com/office/drawing/2014/main" id="{5F8CEACF-B16D-481C-C565-E4C4B1D95EE6}"/>
              </a:ext>
            </a:extLst>
          </p:cNvPr>
          <p:cNvSpPr/>
          <p:nvPr/>
        </p:nvSpPr>
        <p:spPr bwMode="auto">
          <a:xfrm flipH="1">
            <a:off x="9124121" y="5316422"/>
            <a:ext cx="2281294" cy="870181"/>
          </a:xfrm>
          <a:prstGeom prst="homePlate">
            <a:avLst>
              <a:gd name="adj" fmla="val 35770"/>
            </a:avLst>
          </a:prstGeom>
          <a:solidFill>
            <a:schemeClr val="accent3"/>
          </a:solidFill>
          <a:ln>
            <a:solidFill>
              <a:schemeClr val="bg1"/>
            </a:solidFill>
          </a:ln>
          <a:effectLst/>
        </p:spPr>
        <p:txBody>
          <a:bodyPr rot="0" spcFirstLastPara="0" vertOverflow="overflow" horzOverflow="overflow" vert="horz" wrap="square" lIns="228600" tIns="0" rIns="36576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rial" panose="020B0604020202020204"/>
                <a:ea typeface="Verdana" panose="020B0604030504040204" pitchFamily="34" charset="0"/>
                <a:cs typeface="Verdana" panose="020B0604030504040204" pitchFamily="34" charset="0"/>
              </a:rPr>
              <a:t>Managing IT transformations</a:t>
            </a:r>
          </a:p>
        </p:txBody>
      </p:sp>
      <p:sp>
        <p:nvSpPr>
          <p:cNvPr id="23" name="Oval 22">
            <a:extLst>
              <a:ext uri="{FF2B5EF4-FFF2-40B4-BE49-F238E27FC236}">
                <a16:creationId xmlns:a16="http://schemas.microsoft.com/office/drawing/2014/main" id="{CBC7D4DF-C326-48E8-0EFA-C01F796CAB91}"/>
              </a:ext>
            </a:extLst>
          </p:cNvPr>
          <p:cNvSpPr/>
          <p:nvPr/>
        </p:nvSpPr>
        <p:spPr>
          <a:xfrm>
            <a:off x="11038501" y="5297371"/>
            <a:ext cx="886968" cy="886968"/>
          </a:xfrm>
          <a:prstGeom prst="ellipse">
            <a:avLst/>
          </a:prstGeom>
          <a:solidFill>
            <a:srgbClr val="076B3B"/>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itchFamily="34" charset="0"/>
                <a:ea typeface="+mn-ea"/>
                <a:cs typeface="Arial" pitchFamily="34" charset="0"/>
              </a:rPr>
              <a:t>5</a:t>
            </a:r>
          </a:p>
        </p:txBody>
      </p:sp>
      <p:sp>
        <p:nvSpPr>
          <p:cNvPr id="24" name="Arrow: Pentagon 23">
            <a:extLst>
              <a:ext uri="{FF2B5EF4-FFF2-40B4-BE49-F238E27FC236}">
                <a16:creationId xmlns:a16="http://schemas.microsoft.com/office/drawing/2014/main" id="{70A482FB-05E6-D63A-9065-5DC424C6CEF2}"/>
              </a:ext>
            </a:extLst>
          </p:cNvPr>
          <p:cNvSpPr/>
          <p:nvPr/>
        </p:nvSpPr>
        <p:spPr bwMode="auto">
          <a:xfrm flipH="1">
            <a:off x="9124120" y="1403477"/>
            <a:ext cx="2281294" cy="870181"/>
          </a:xfrm>
          <a:prstGeom prst="homePlate">
            <a:avLst>
              <a:gd name="adj" fmla="val 35770"/>
            </a:avLst>
          </a:prstGeom>
          <a:solidFill>
            <a:schemeClr val="bg1"/>
          </a:solidFill>
          <a:ln w="19050">
            <a:solidFill>
              <a:srgbClr val="076B3B"/>
            </a:solidFill>
          </a:ln>
          <a:effectLst/>
        </p:spPr>
        <p:txBody>
          <a:bodyPr rot="0" spcFirstLastPara="0" vertOverflow="overflow" horzOverflow="overflow" vert="horz" wrap="square" lIns="228600" tIns="0" rIns="36576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lang="en-GB" sz="1300" dirty="0">
                <a:solidFill>
                  <a:srgbClr val="000000"/>
                </a:solidFill>
                <a:latin typeface="Arial" panose="020B0604020202020204"/>
              </a:rPr>
              <a:t>Strategic IT Leadership</a:t>
            </a:r>
            <a:endParaRPr kumimoji="0" lang="en-GB" sz="13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5" name="Oval 24">
            <a:extLst>
              <a:ext uri="{FF2B5EF4-FFF2-40B4-BE49-F238E27FC236}">
                <a16:creationId xmlns:a16="http://schemas.microsoft.com/office/drawing/2014/main" id="{EE0A8033-32A5-35C9-7FBF-A4F95198D67D}"/>
              </a:ext>
            </a:extLst>
          </p:cNvPr>
          <p:cNvSpPr/>
          <p:nvPr/>
        </p:nvSpPr>
        <p:spPr>
          <a:xfrm>
            <a:off x="11038501" y="1386690"/>
            <a:ext cx="886968" cy="886968"/>
          </a:xfrm>
          <a:prstGeom prst="ellipse">
            <a:avLst/>
          </a:prstGeom>
          <a:solidFill>
            <a:srgbClr val="00B85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itchFamily="34" charset="0"/>
                <a:ea typeface="+mn-ea"/>
                <a:cs typeface="Arial" pitchFamily="34" charset="0"/>
              </a:rPr>
              <a:t>1</a:t>
            </a:r>
          </a:p>
        </p:txBody>
      </p:sp>
      <p:sp>
        <p:nvSpPr>
          <p:cNvPr id="6" name="TextBox 5">
            <a:extLst>
              <a:ext uri="{FF2B5EF4-FFF2-40B4-BE49-F238E27FC236}">
                <a16:creationId xmlns:a16="http://schemas.microsoft.com/office/drawing/2014/main" id="{AD8C17E1-E973-8C3A-9A21-EFC74BE0FF0D}"/>
              </a:ext>
            </a:extLst>
          </p:cNvPr>
          <p:cNvSpPr txBox="1"/>
          <p:nvPr/>
        </p:nvSpPr>
        <p:spPr>
          <a:xfrm>
            <a:off x="281771" y="1235689"/>
            <a:ext cx="8670843" cy="650262"/>
          </a:xfrm>
          <a:prstGeom prst="roundRect">
            <a:avLst/>
          </a:prstGeom>
          <a:noFill/>
          <a:ln w="19050">
            <a:solidFill>
              <a:schemeClr val="accent2"/>
            </a:solidFill>
          </a:ln>
        </p:spPr>
        <p:txBody>
          <a:bodyPr wrap="squar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50575C"/>
                </a:solidFill>
                <a:effectLst/>
                <a:uLnTx/>
                <a:uFillTx/>
                <a:latin typeface="Arial" panose="020B0604020202020204"/>
                <a:ea typeface="+mn-ea"/>
                <a:cs typeface="+mn-cs"/>
              </a:rPr>
              <a:t>We finalized the FY26 IT budget path, scoped and quarterly-phased the 2026 strategic portfolio with business leadership, and transitioned to the new IT operating model. This sets clearer ownership and resourcing to reduce slippage and accelerate Data/AI and user outcomes</a:t>
            </a:r>
            <a:endParaRPr kumimoji="0" lang="en-GB" sz="1400" b="0" i="1" u="none" strike="noStrike" kern="1200" cap="none" spc="0" normalizeH="0" baseline="0" noProof="0" dirty="0">
              <a:ln>
                <a:noFill/>
              </a:ln>
              <a:solidFill>
                <a:srgbClr val="50575C"/>
              </a:solidFill>
              <a:effectLst/>
              <a:uLnTx/>
              <a:uFillTx/>
              <a:latin typeface="Arial" panose="020B0604020202020204"/>
              <a:ea typeface="+mn-ea"/>
              <a:cs typeface="+mn-cs"/>
            </a:endParaRPr>
          </a:p>
        </p:txBody>
      </p:sp>
      <p:sp>
        <p:nvSpPr>
          <p:cNvPr id="13" name="TextBox 12">
            <a:extLst>
              <a:ext uri="{FF2B5EF4-FFF2-40B4-BE49-F238E27FC236}">
                <a16:creationId xmlns:a16="http://schemas.microsoft.com/office/drawing/2014/main" id="{5FD59B37-D24A-6D5E-AB78-A1CF58A6711C}"/>
              </a:ext>
            </a:extLst>
          </p:cNvPr>
          <p:cNvSpPr txBox="1"/>
          <p:nvPr/>
        </p:nvSpPr>
        <p:spPr>
          <a:xfrm>
            <a:off x="266533" y="2451622"/>
            <a:ext cx="8686083" cy="3815828"/>
          </a:xfrm>
          <a:prstGeom prst="rect">
            <a:avLst/>
          </a:prstGeom>
          <a:solidFill>
            <a:schemeClr val="accent3">
              <a:lumMod val="20000"/>
              <a:lumOff val="80000"/>
            </a:schemeClr>
          </a:solidFill>
        </p:spPr>
        <p:txBody>
          <a:bodyPr wrap="square" lIns="91440" tIns="91440" rIns="91440" bIns="91440" rtlCol="0" anchor="t">
            <a:noAutofit/>
          </a:bodyPr>
          <a:lstStyle/>
          <a:p>
            <a:pPr marL="285750" lvl="0" indent="-285750" defTabSz="457200">
              <a:spcBef>
                <a:spcPts val="600"/>
              </a:spcBef>
              <a:buFont typeface="Arial" panose="020B0604020202020204" pitchFamily="34" charset="0"/>
              <a:buChar char="•"/>
            </a:pPr>
            <a:r>
              <a:rPr kumimoji="0" lang="en-US" sz="1400" b="1" i="0" u="none" strike="noStrike" kern="1200" cap="none" spc="0" normalizeH="0" baseline="0" noProof="0" dirty="0">
                <a:ln>
                  <a:noFill/>
                </a:ln>
                <a:solidFill>
                  <a:srgbClr val="50575C"/>
                </a:solidFill>
                <a:effectLst/>
                <a:uLnTx/>
                <a:uFillTx/>
                <a:latin typeface="Arial" panose="020B0604020202020204"/>
                <a:ea typeface="+mn-ea"/>
                <a:cs typeface="+mn-cs"/>
              </a:rPr>
              <a:t>Finalized the 2026 IT Budget</a:t>
            </a:r>
            <a:r>
              <a:rPr kumimoji="0" lang="en-US" sz="1400" b="0" i="0" u="none" strike="noStrike" kern="1200" cap="none" spc="0" normalizeH="0" baseline="0" noProof="0" dirty="0">
                <a:ln>
                  <a:noFill/>
                </a:ln>
                <a:solidFill>
                  <a:srgbClr val="50575C"/>
                </a:solidFill>
                <a:effectLst/>
                <a:uLnTx/>
                <a:uFillTx/>
                <a:latin typeface="Arial" panose="020B0604020202020204"/>
                <a:ea typeface="+mn-ea"/>
                <a:cs typeface="+mn-cs"/>
              </a:rPr>
              <a:t>—awaiting final updates on additional asks funding</a:t>
            </a:r>
          </a:p>
          <a:p>
            <a:pPr marL="285750" lvl="0" indent="-285750" defTabSz="457200">
              <a:spcBef>
                <a:spcPts val="600"/>
              </a:spcBef>
              <a:buFont typeface="Arial" panose="020B0604020202020204" pitchFamily="34" charset="0"/>
              <a:buChar char="•"/>
            </a:pPr>
            <a:r>
              <a:rPr lang="en-US" sz="1400" b="1" dirty="0">
                <a:solidFill>
                  <a:srgbClr val="50575C"/>
                </a:solidFill>
                <a:latin typeface="Arial" panose="020B0604020202020204"/>
              </a:rPr>
              <a:t>Scoped the 2026 strategic projects</a:t>
            </a:r>
            <a:r>
              <a:rPr lang="en-US" sz="1400" dirty="0">
                <a:solidFill>
                  <a:srgbClr val="50575C"/>
                </a:solidFill>
                <a:latin typeface="Arial" panose="020B0604020202020204"/>
              </a:rPr>
              <a:t> </a:t>
            </a:r>
            <a:r>
              <a:rPr lang="en-US" sz="1400" b="1" dirty="0">
                <a:solidFill>
                  <a:srgbClr val="50575C"/>
                </a:solidFill>
                <a:latin typeface="Arial" panose="020B0604020202020204"/>
              </a:rPr>
              <a:t>and</a:t>
            </a:r>
            <a:r>
              <a:rPr lang="en-US" sz="1400" dirty="0">
                <a:solidFill>
                  <a:srgbClr val="50575C"/>
                </a:solidFill>
                <a:latin typeface="Arial" panose="020B0604020202020204"/>
              </a:rPr>
              <a:t> </a:t>
            </a:r>
            <a:r>
              <a:rPr lang="en-US" sz="1400" b="1" dirty="0">
                <a:solidFill>
                  <a:srgbClr val="50575C"/>
                </a:solidFill>
                <a:latin typeface="Arial" panose="020B0604020202020204"/>
              </a:rPr>
              <a:t>defined quarterly phasing </a:t>
            </a:r>
            <a:r>
              <a:rPr lang="en-US" sz="1400" dirty="0">
                <a:solidFill>
                  <a:srgbClr val="50575C"/>
                </a:solidFill>
                <a:latin typeface="Arial" panose="020B0604020202020204"/>
              </a:rPr>
              <a:t>to set priorities and dependencies, enabling realistic resourcing and reducing the risk of over-commitment and slippage; </a:t>
            </a:r>
            <a:r>
              <a:rPr lang="en-US" sz="1400" b="1" dirty="0">
                <a:solidFill>
                  <a:srgbClr val="50575C"/>
                </a:solidFill>
                <a:latin typeface="Arial" panose="020B0604020202020204"/>
              </a:rPr>
              <a:t>(once Project Transformations’ aspirations are understood, this cadence will be revisited to account for their needs)</a:t>
            </a:r>
            <a:endParaRPr lang="en-US" sz="1400" b="1" dirty="0">
              <a:solidFill>
                <a:srgbClr val="50575C"/>
              </a:solidFill>
              <a:latin typeface="Arial" panose="020B0604020202020204"/>
              <a:cs typeface="Arial"/>
            </a:endParaRPr>
          </a:p>
          <a:p>
            <a:pPr marL="742950" lvl="1" indent="-285750">
              <a:spcBef>
                <a:spcPts val="600"/>
              </a:spcBef>
              <a:buFont typeface="Courier New" panose="02070309020205020404" pitchFamily="49" charset="0"/>
              <a:buChar char="o"/>
            </a:pPr>
            <a:r>
              <a:rPr lang="en-US" sz="1400" dirty="0">
                <a:solidFill>
                  <a:srgbClr val="50575C"/>
                </a:solidFill>
                <a:latin typeface="Arial" panose="020B0604020202020204"/>
              </a:rPr>
              <a:t>Started work on 2026 items</a:t>
            </a:r>
            <a:endParaRPr lang="en-US" sz="1400" dirty="0">
              <a:solidFill>
                <a:srgbClr val="50575C"/>
              </a:solidFill>
              <a:latin typeface="Arial" panose="020B0604020202020204"/>
              <a:cs typeface="Arial"/>
            </a:endParaRPr>
          </a:p>
          <a:p>
            <a:pPr marL="285750" lvl="0" indent="-285750" defTabSz="457200">
              <a:spcBef>
                <a:spcPts val="600"/>
              </a:spcBef>
              <a:buFont typeface="Arial" panose="020B0604020202020204" pitchFamily="34" charset="0"/>
              <a:buChar char="•"/>
            </a:pPr>
            <a:r>
              <a:rPr kumimoji="0" lang="en-US" sz="1400" b="1" i="0" u="none" strike="noStrike" kern="1200" cap="none" spc="0" normalizeH="0" baseline="0" noProof="0" dirty="0">
                <a:ln>
                  <a:noFill/>
                </a:ln>
                <a:solidFill>
                  <a:srgbClr val="50575C"/>
                </a:solidFill>
                <a:effectLst/>
                <a:uLnTx/>
                <a:uFillTx/>
                <a:latin typeface="Arial" panose="020B0604020202020204"/>
                <a:ea typeface="+mn-ea"/>
                <a:cs typeface="+mn-cs"/>
              </a:rPr>
              <a:t>Transitioned to our new IT Operating Model </a:t>
            </a:r>
            <a:r>
              <a:rPr lang="en-US" sz="1400" dirty="0">
                <a:solidFill>
                  <a:srgbClr val="50575C"/>
                </a:solidFill>
                <a:latin typeface="Arial" panose="020B0604020202020204"/>
              </a:rPr>
              <a:t>in</a:t>
            </a:r>
            <a:r>
              <a:rPr kumimoji="0" lang="en-US" sz="1400" b="0" i="0" u="none" strike="noStrike" kern="1200" cap="none" spc="0" normalizeH="0" baseline="0" noProof="0" dirty="0">
                <a:ln>
                  <a:noFill/>
                </a:ln>
                <a:solidFill>
                  <a:srgbClr val="50575C"/>
                </a:solidFill>
                <a:effectLst/>
                <a:uLnTx/>
                <a:uFillTx/>
                <a:latin typeface="Arial" panose="020B0604020202020204"/>
                <a:ea typeface="+mn-ea"/>
                <a:cs typeface="+mn-cs"/>
              </a:rPr>
              <a:t> November, which included the creation of the “Data &amp; AI Enablement” team and the establishment of the newly focused “User Enablement” team</a:t>
            </a:r>
            <a:endParaRPr lang="en-US" sz="1400" b="0" i="0" u="none" strike="noStrike" kern="1200" cap="none" spc="0" normalizeH="0" baseline="0" noProof="0" dirty="0">
              <a:ln>
                <a:noFill/>
              </a:ln>
              <a:solidFill>
                <a:srgbClr val="50575C"/>
              </a:solidFill>
              <a:effectLst/>
              <a:uLnTx/>
              <a:uFillTx/>
              <a:latin typeface="Arial" panose="020B0604020202020204"/>
              <a:cs typeface="Arial"/>
            </a:endParaRPr>
          </a:p>
          <a:p>
            <a:pPr marL="742950" lvl="1" indent="-285750">
              <a:spcBef>
                <a:spcPts val="600"/>
              </a:spcBef>
              <a:buFont typeface="Courier New" panose="02070309020205020404" pitchFamily="49" charset="0"/>
              <a:buChar char="o"/>
            </a:pPr>
            <a:r>
              <a:rPr lang="en-US" sz="1400" dirty="0">
                <a:solidFill>
                  <a:srgbClr val="50575C"/>
                </a:solidFill>
                <a:latin typeface="Arial" panose="020B0604020202020204"/>
              </a:rPr>
              <a:t>The new </a:t>
            </a:r>
            <a:r>
              <a:rPr lang="en-US" sz="1400" b="1" dirty="0">
                <a:solidFill>
                  <a:srgbClr val="50575C"/>
                </a:solidFill>
                <a:latin typeface="Arial" panose="020B0604020202020204"/>
              </a:rPr>
              <a:t>Data &amp; AI Enablement team has already started collaborating with D&amp;A </a:t>
            </a:r>
            <a:r>
              <a:rPr lang="en-US" sz="1400" dirty="0">
                <a:solidFill>
                  <a:srgbClr val="50575C"/>
                </a:solidFill>
                <a:latin typeface="Arial" panose="020B0604020202020204"/>
              </a:rPr>
              <a:t>to deliver on the client-facing tool to be delivered next year</a:t>
            </a:r>
            <a:endParaRPr lang="en-US" sz="1400" b="0" i="0" u="none" strike="noStrike" kern="1200" cap="none" spc="0" normalizeH="0" baseline="0" noProof="0" dirty="0">
              <a:ln>
                <a:noFill/>
              </a:ln>
              <a:solidFill>
                <a:srgbClr val="50575C"/>
              </a:solidFill>
              <a:effectLst/>
              <a:uLnTx/>
              <a:uFillTx/>
              <a:latin typeface="Arial" panose="020B0604020202020204"/>
              <a:cs typeface="Arial"/>
            </a:endParaRPr>
          </a:p>
          <a:p>
            <a:pPr marL="285750" indent="-285750">
              <a:spcBef>
                <a:spcPts val="600"/>
              </a:spcBef>
              <a:buFont typeface="Arial" panose="020B0604020202020204" pitchFamily="34" charset="0"/>
              <a:buChar char="•"/>
            </a:pPr>
            <a:r>
              <a:rPr lang="en-US" sz="1400" b="1" dirty="0">
                <a:solidFill>
                  <a:srgbClr val="50575C"/>
                </a:solidFill>
              </a:rPr>
              <a:t>Progressed ways of working process between IT, Project Transformation, and D&amp;A</a:t>
            </a:r>
            <a:r>
              <a:rPr lang="en-US" sz="1400" dirty="0">
                <a:solidFill>
                  <a:srgbClr val="50575C"/>
                </a:solidFill>
              </a:rPr>
              <a:t> aimed at creating team cohesiveness with the objective of establishing value-added AI solutions heading into Q1 2026</a:t>
            </a:r>
            <a:endParaRPr lang="en-US" sz="1400" dirty="0">
              <a:solidFill>
                <a:srgbClr val="50575C"/>
              </a:solidFill>
              <a:cs typeface="Arial"/>
            </a:endParaRPr>
          </a:p>
        </p:txBody>
      </p:sp>
      <p:sp>
        <p:nvSpPr>
          <p:cNvPr id="14" name="TextBox 13">
            <a:extLst>
              <a:ext uri="{FF2B5EF4-FFF2-40B4-BE49-F238E27FC236}">
                <a16:creationId xmlns:a16="http://schemas.microsoft.com/office/drawing/2014/main" id="{A5556CAD-0697-BCD1-C4CB-4C836F3DDE0F}"/>
              </a:ext>
            </a:extLst>
          </p:cNvPr>
          <p:cNvSpPr txBox="1"/>
          <p:nvPr/>
        </p:nvSpPr>
        <p:spPr>
          <a:xfrm>
            <a:off x="266531" y="1997433"/>
            <a:ext cx="8686083" cy="458895"/>
          </a:xfrm>
          <a:prstGeom prst="round2SameRect">
            <a:avLst>
              <a:gd name="adj1" fmla="val 36795"/>
              <a:gd name="adj2" fmla="val 0"/>
            </a:avLst>
          </a:prstGeom>
          <a:solidFill>
            <a:schemeClr val="accent4"/>
          </a:solidFill>
        </p:spPr>
        <p:txBody>
          <a:bodyPr wrap="square" lIns="45720" tIns="45720" rIns="45720" bIns="9144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a:ea typeface="+mn-ea"/>
                <a:cs typeface="Arial" pitchFamily="34" charset="0"/>
              </a:rPr>
              <a:t>Q4 Achievements/Outcomes</a:t>
            </a:r>
          </a:p>
        </p:txBody>
      </p:sp>
      <p:sp>
        <p:nvSpPr>
          <p:cNvPr id="7" name="Rectangle: Rounded Corners 6">
            <a:extLst>
              <a:ext uri="{FF2B5EF4-FFF2-40B4-BE49-F238E27FC236}">
                <a16:creationId xmlns:a16="http://schemas.microsoft.com/office/drawing/2014/main" id="{07A39853-B0E9-EE2B-4107-3C3EC0082E8A}"/>
              </a:ext>
            </a:extLst>
          </p:cNvPr>
          <p:cNvSpPr/>
          <p:nvPr/>
        </p:nvSpPr>
        <p:spPr bwMode="auto">
          <a:xfrm>
            <a:off x="8854898" y="137170"/>
            <a:ext cx="2972855" cy="832292"/>
          </a:xfrm>
          <a:prstGeom prst="roundRect">
            <a:avLst/>
          </a:prstGeom>
          <a:solidFill>
            <a:srgbClr val="FFC836"/>
          </a:solidFill>
          <a:ln>
            <a:no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GB" sz="1400" dirty="0">
                <a:latin typeface="+mj-lt"/>
                <a:ea typeface="Verdana" panose="020B0604030504040204" pitchFamily="34" charset="0"/>
                <a:cs typeface="Verdana" panose="020B0604030504040204" pitchFamily="34" charset="0"/>
              </a:rPr>
              <a:t>Example of old slide to redesign</a:t>
            </a:r>
          </a:p>
        </p:txBody>
      </p:sp>
    </p:spTree>
    <p:extLst>
      <p:ext uri="{BB962C8B-B14F-4D97-AF65-F5344CB8AC3E}">
        <p14:creationId xmlns:p14="http://schemas.microsoft.com/office/powerpoint/2010/main" val="2458593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7F0F4-A499-6F8D-01F3-7AB3CB67CB13}"/>
            </a:ext>
          </a:extLst>
        </p:cNvPr>
        <p:cNvGrpSpPr/>
        <p:nvPr/>
      </p:nvGrpSpPr>
      <p:grpSpPr>
        <a:xfrm>
          <a:off x="0" y="0"/>
          <a:ext cx="0" cy="0"/>
          <a:chOff x="0" y="0"/>
          <a:chExt cx="0" cy="0"/>
        </a:xfrm>
      </p:grpSpPr>
      <p:graphicFrame>
        <p:nvGraphicFramePr>
          <p:cNvPr id="24" name="think-cell data - do not delete" hidden="1">
            <a:extLst>
              <a:ext uri="{FF2B5EF4-FFF2-40B4-BE49-F238E27FC236}">
                <a16:creationId xmlns:a16="http://schemas.microsoft.com/office/drawing/2014/main" id="{66800393-2EE4-4DE4-E8C1-A347C71ADD8B}"/>
              </a:ext>
            </a:extLst>
          </p:cNvPr>
          <p:cNvGraphicFramePr>
            <a:graphicFrameLocks noChangeAspect="1"/>
          </p:cNvGraphicFramePr>
          <p:nvPr>
            <p:custDataLst>
              <p:tags r:id="rId1"/>
            </p:custDataLst>
            <p:extLst>
              <p:ext uri="{D42A27DB-BD31-4B8C-83A1-F6EECF244321}">
                <p14:modId xmlns:p14="http://schemas.microsoft.com/office/powerpoint/2010/main" val="15128764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4" name="think-cell data - do not delete" hidden="1">
                        <a:extLst>
                          <a:ext uri="{FF2B5EF4-FFF2-40B4-BE49-F238E27FC236}">
                            <a16:creationId xmlns:a16="http://schemas.microsoft.com/office/drawing/2014/main" id="{66800393-2EE4-4DE4-E8C1-A347C71ADD8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80CEB26-07E5-9BB8-2B12-5FB5DDE001C8}"/>
              </a:ext>
            </a:extLst>
          </p:cNvPr>
          <p:cNvSpPr>
            <a:spLocks noGrp="1"/>
          </p:cNvSpPr>
          <p:nvPr>
            <p:ph type="title"/>
          </p:nvPr>
        </p:nvSpPr>
        <p:spPr>
          <a:xfrm>
            <a:off x="465138" y="95693"/>
            <a:ext cx="11264899" cy="869178"/>
          </a:xfrm>
        </p:spPr>
        <p:txBody>
          <a:bodyPr vert="horz"/>
          <a:lstStyle/>
          <a:p>
            <a:r>
              <a:rPr lang="en-US" dirty="0"/>
              <a:t>Global IT delivered major upgrades to our internet, movement to the cloud, security upgrades, and D&amp;A usage tracking upgrade</a:t>
            </a:r>
          </a:p>
        </p:txBody>
      </p:sp>
      <p:sp>
        <p:nvSpPr>
          <p:cNvPr id="15" name="Rectangle: Rounded Corners 14">
            <a:extLst>
              <a:ext uri="{FF2B5EF4-FFF2-40B4-BE49-F238E27FC236}">
                <a16:creationId xmlns:a16="http://schemas.microsoft.com/office/drawing/2014/main" id="{3C36DD73-96DD-2CB5-03C9-024CD856C858}"/>
              </a:ext>
            </a:extLst>
          </p:cNvPr>
          <p:cNvSpPr/>
          <p:nvPr/>
        </p:nvSpPr>
        <p:spPr bwMode="auto">
          <a:xfrm>
            <a:off x="5150643" y="1251572"/>
            <a:ext cx="4572000" cy="1005840"/>
          </a:xfrm>
          <a:prstGeom prst="roundRect">
            <a:avLst/>
          </a:prstGeom>
          <a:noFill/>
          <a:ln w="19050">
            <a:solidFill>
              <a:srgbClr val="A8D500"/>
            </a:solid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dirty="0">
                <a:solidFill>
                  <a:srgbClr val="50575C"/>
                </a:solidFill>
                <a:latin typeface="+mj-lt"/>
                <a:ea typeface="Verdana" panose="020B0604030504040204" pitchFamily="34" charset="0"/>
                <a:cs typeface="Verdana" panose="020B0604030504040204" pitchFamily="34" charset="0"/>
              </a:rPr>
              <a:t>Gives us greater internet capacity, increasing from xx GB to xx GB</a:t>
            </a:r>
          </a:p>
          <a:p>
            <a:pPr marL="171450" indent="-171450">
              <a:buFont typeface="Arial" panose="020B0604020202020204" pitchFamily="34" charset="0"/>
              <a:buChar char="•"/>
            </a:pPr>
            <a:r>
              <a:rPr lang="en-US" sz="1200" dirty="0">
                <a:solidFill>
                  <a:srgbClr val="50575C"/>
                </a:solidFill>
                <a:latin typeface="+mj-lt"/>
                <a:ea typeface="Verdana" panose="020B0604030504040204" pitchFamily="34" charset="0"/>
                <a:cs typeface="Verdana" panose="020B0604030504040204" pitchFamily="34" charset="0"/>
              </a:rPr>
              <a:t>Automatic failover makes most circuit outages invisible to staff</a:t>
            </a:r>
          </a:p>
          <a:p>
            <a:pPr marL="171450" indent="-171450">
              <a:buFont typeface="Arial" panose="020B0604020202020204" pitchFamily="34" charset="0"/>
              <a:buChar char="•"/>
            </a:pPr>
            <a:r>
              <a:rPr lang="en-US" sz="1200" dirty="0">
                <a:solidFill>
                  <a:srgbClr val="50575C"/>
                </a:solidFill>
                <a:latin typeface="+mj-lt"/>
                <a:ea typeface="Verdana" panose="020B0604030504040204" pitchFamily="34" charset="0"/>
                <a:cs typeface="Verdana" panose="020B0604030504040204" pitchFamily="34" charset="0"/>
              </a:rPr>
              <a:t>Faster new-office setup and proactive monitoring via built-in analytics</a:t>
            </a:r>
          </a:p>
        </p:txBody>
      </p:sp>
      <p:sp>
        <p:nvSpPr>
          <p:cNvPr id="19" name="Cylinder 18">
            <a:extLst>
              <a:ext uri="{FF2B5EF4-FFF2-40B4-BE49-F238E27FC236}">
                <a16:creationId xmlns:a16="http://schemas.microsoft.com/office/drawing/2014/main" id="{115C11BA-E774-24C2-402A-E326C6F1EFD4}"/>
              </a:ext>
            </a:extLst>
          </p:cNvPr>
          <p:cNvSpPr/>
          <p:nvPr/>
        </p:nvSpPr>
        <p:spPr bwMode="auto">
          <a:xfrm>
            <a:off x="9839324" y="1251572"/>
            <a:ext cx="1892808" cy="1027703"/>
          </a:xfrm>
          <a:prstGeom prst="can">
            <a:avLst/>
          </a:prstGeom>
          <a:noFill/>
          <a:ln w="19050">
            <a:solidFill>
              <a:srgbClr val="076B3B"/>
            </a:solid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US" sz="1200" dirty="0">
                <a:solidFill>
                  <a:srgbClr val="50575C"/>
                </a:solidFill>
                <a:latin typeface="+mj-lt"/>
                <a:ea typeface="Verdana" panose="020B0604030504040204" pitchFamily="34" charset="0"/>
                <a:cs typeface="Verdana" panose="020B0604030504040204" pitchFamily="34" charset="0"/>
              </a:rPr>
              <a:t>Saves </a:t>
            </a:r>
            <a:r>
              <a:rPr lang="en-US" sz="1200" b="1" dirty="0">
                <a:solidFill>
                  <a:srgbClr val="50575C"/>
                </a:solidFill>
                <a:latin typeface="+mj-lt"/>
                <a:ea typeface="Verdana" panose="020B0604030504040204" pitchFamily="34" charset="0"/>
                <a:cs typeface="Verdana" panose="020B0604030504040204" pitchFamily="34" charset="0"/>
              </a:rPr>
              <a:t>~$</a:t>
            </a:r>
            <a:r>
              <a:rPr lang="en-US" sz="1200" b="1" dirty="0" err="1">
                <a:solidFill>
                  <a:srgbClr val="50575C"/>
                </a:solidFill>
                <a:latin typeface="+mj-lt"/>
                <a:ea typeface="Verdana" panose="020B0604030504040204" pitchFamily="34" charset="0"/>
                <a:cs typeface="Verdana" panose="020B0604030504040204" pitchFamily="34" charset="0"/>
              </a:rPr>
              <a:t>xxK</a:t>
            </a:r>
            <a:r>
              <a:rPr lang="en-US" sz="1200" b="1" dirty="0">
                <a:solidFill>
                  <a:srgbClr val="50575C"/>
                </a:solidFill>
                <a:latin typeface="+mj-lt"/>
                <a:ea typeface="Verdana" panose="020B0604030504040204" pitchFamily="34" charset="0"/>
                <a:cs typeface="Verdana" panose="020B0604030504040204" pitchFamily="34" charset="0"/>
              </a:rPr>
              <a:t> per year </a:t>
            </a:r>
            <a:r>
              <a:rPr lang="en-US" sz="1200" dirty="0">
                <a:solidFill>
                  <a:srgbClr val="50575C"/>
                </a:solidFill>
                <a:latin typeface="+mj-lt"/>
                <a:ea typeface="Verdana" panose="020B0604030504040204" pitchFamily="34" charset="0"/>
                <a:cs typeface="Verdana" panose="020B0604030504040204" pitchFamily="34" charset="0"/>
              </a:rPr>
              <a:t>in connectivity cost</a:t>
            </a:r>
          </a:p>
        </p:txBody>
      </p:sp>
      <p:sp>
        <p:nvSpPr>
          <p:cNvPr id="20" name="Rectangle: Rounded Corners 19">
            <a:extLst>
              <a:ext uri="{FF2B5EF4-FFF2-40B4-BE49-F238E27FC236}">
                <a16:creationId xmlns:a16="http://schemas.microsoft.com/office/drawing/2014/main" id="{42931F42-9ABD-EEA0-A578-035AA55D2797}"/>
              </a:ext>
            </a:extLst>
          </p:cNvPr>
          <p:cNvSpPr/>
          <p:nvPr/>
        </p:nvSpPr>
        <p:spPr bwMode="auto">
          <a:xfrm>
            <a:off x="4982271" y="6274697"/>
            <a:ext cx="2227457" cy="231876"/>
          </a:xfrm>
          <a:prstGeom prst="roundRect">
            <a:avLst/>
          </a:prstGeom>
          <a:solidFill>
            <a:srgbClr val="A8D500"/>
          </a:solidFill>
          <a:ln>
            <a:no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US" sz="1400">
                <a:solidFill>
                  <a:srgbClr val="50575C"/>
                </a:solidFill>
                <a:latin typeface="+mj-lt"/>
                <a:ea typeface="Verdana" panose="020B0604030504040204" pitchFamily="34" charset="0"/>
                <a:cs typeface="Verdana" panose="020B0604030504040204" pitchFamily="34" charset="0"/>
              </a:rPr>
              <a:t>Soft Value/nonmonetary</a:t>
            </a:r>
          </a:p>
        </p:txBody>
      </p:sp>
      <p:sp>
        <p:nvSpPr>
          <p:cNvPr id="21" name="Rectangle: Rounded Corners 20">
            <a:extLst>
              <a:ext uri="{FF2B5EF4-FFF2-40B4-BE49-F238E27FC236}">
                <a16:creationId xmlns:a16="http://schemas.microsoft.com/office/drawing/2014/main" id="{64F1C8F4-DCDD-0B08-BA85-2340DF9B242A}"/>
              </a:ext>
            </a:extLst>
          </p:cNvPr>
          <p:cNvSpPr/>
          <p:nvPr/>
        </p:nvSpPr>
        <p:spPr bwMode="auto">
          <a:xfrm>
            <a:off x="7505448" y="6274697"/>
            <a:ext cx="2511715" cy="231876"/>
          </a:xfrm>
          <a:prstGeom prst="roundRect">
            <a:avLst/>
          </a:prstGeom>
          <a:solidFill>
            <a:srgbClr val="076B3B"/>
          </a:solidFill>
          <a:ln>
            <a:no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US" sz="1400">
                <a:solidFill>
                  <a:schemeClr val="bg1"/>
                </a:solidFill>
                <a:latin typeface="+mj-lt"/>
                <a:ea typeface="Verdana" panose="020B0604030504040204" pitchFamily="34" charset="0"/>
                <a:cs typeface="Verdana" panose="020B0604030504040204" pitchFamily="34" charset="0"/>
              </a:rPr>
              <a:t>Hard Value/monetary</a:t>
            </a:r>
          </a:p>
        </p:txBody>
      </p:sp>
      <p:sp>
        <p:nvSpPr>
          <p:cNvPr id="5" name="Rectangle: Diagonal Corners Rounded 4">
            <a:extLst>
              <a:ext uri="{FF2B5EF4-FFF2-40B4-BE49-F238E27FC236}">
                <a16:creationId xmlns:a16="http://schemas.microsoft.com/office/drawing/2014/main" id="{2BD73D86-786B-8FBA-37D7-C20783544224}"/>
              </a:ext>
            </a:extLst>
          </p:cNvPr>
          <p:cNvSpPr/>
          <p:nvPr/>
        </p:nvSpPr>
        <p:spPr bwMode="auto">
          <a:xfrm>
            <a:off x="461964" y="1251572"/>
            <a:ext cx="4572000" cy="364121"/>
          </a:xfrm>
          <a:prstGeom prst="round2DiagRect">
            <a:avLst/>
          </a:prstGeom>
          <a:solidFill>
            <a:srgbClr val="00B852"/>
          </a:solidFill>
          <a:ln>
            <a:solidFill>
              <a:schemeClr val="accent1"/>
            </a:solid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US" sz="1400" b="1" dirty="0">
                <a:solidFill>
                  <a:schemeClr val="bg1"/>
                </a:solidFill>
                <a:latin typeface="+mj-lt"/>
                <a:ea typeface="Verdana" panose="020B0604030504040204" pitchFamily="34" charset="0"/>
                <a:cs typeface="Verdana" panose="020B0604030504040204" pitchFamily="34" charset="0"/>
              </a:rPr>
              <a:t>Internet upgrade</a:t>
            </a:r>
          </a:p>
        </p:txBody>
      </p:sp>
      <p:sp>
        <p:nvSpPr>
          <p:cNvPr id="4" name="Rectangle 3">
            <a:extLst>
              <a:ext uri="{FF2B5EF4-FFF2-40B4-BE49-F238E27FC236}">
                <a16:creationId xmlns:a16="http://schemas.microsoft.com/office/drawing/2014/main" id="{8FEAC916-A68C-C9C1-ACD7-C9BF159E9EDB}"/>
              </a:ext>
            </a:extLst>
          </p:cNvPr>
          <p:cNvSpPr/>
          <p:nvPr/>
        </p:nvSpPr>
        <p:spPr bwMode="auto">
          <a:xfrm>
            <a:off x="461962" y="1606710"/>
            <a:ext cx="4572001" cy="743501"/>
          </a:xfrm>
          <a:prstGeom prst="rect">
            <a:avLst/>
          </a:prstGeom>
          <a:noFill/>
          <a:ln>
            <a:noFill/>
          </a:ln>
          <a:effectLst/>
        </p:spPr>
        <p:txBody>
          <a:bodyPr rot="0" spcFirstLastPara="0" vertOverflow="overflow" horzOverflow="overflow" vert="horz" wrap="square" lIns="18288" tIns="0" rIns="18288" bIns="0" numCol="1" spcCol="0" rtlCol="0" fromWordArt="0" anchor="ctr" anchorCtr="0" forceAA="0" compatLnSpc="1">
            <a:prstTxWarp prst="textNoShape">
              <a:avLst/>
            </a:prstTxWarp>
            <a:noAutofit/>
          </a:bodyPr>
          <a:lstStyle/>
          <a:p>
            <a:pPr algn="ctr"/>
            <a:r>
              <a:rPr lang="en-US" sz="1200" i="1" dirty="0">
                <a:latin typeface="+mj-lt"/>
                <a:ea typeface="Verdana" panose="020B0604030504040204" pitchFamily="34" charset="0"/>
                <a:cs typeface="Verdana" panose="020B0604030504040204" pitchFamily="34" charset="0"/>
              </a:rPr>
              <a:t>Upgraded the firm’s office internet and Wi-Fi backbone to a xxx service, so each office now has a faster, smarter, and more resilient connection</a:t>
            </a:r>
          </a:p>
        </p:txBody>
      </p:sp>
      <p:sp>
        <p:nvSpPr>
          <p:cNvPr id="8" name="Rectangle: Diagonal Corners Rounded 7">
            <a:extLst>
              <a:ext uri="{FF2B5EF4-FFF2-40B4-BE49-F238E27FC236}">
                <a16:creationId xmlns:a16="http://schemas.microsoft.com/office/drawing/2014/main" id="{1F15AE09-3C0C-2E64-1C3D-30A30070F77E}"/>
              </a:ext>
            </a:extLst>
          </p:cNvPr>
          <p:cNvSpPr/>
          <p:nvPr/>
        </p:nvSpPr>
        <p:spPr bwMode="auto">
          <a:xfrm>
            <a:off x="461964" y="2373956"/>
            <a:ext cx="4572000" cy="552893"/>
          </a:xfrm>
          <a:prstGeom prst="round2DiagRect">
            <a:avLst/>
          </a:prstGeom>
          <a:solidFill>
            <a:srgbClr val="00B852"/>
          </a:solidFill>
          <a:ln>
            <a:solidFill>
              <a:schemeClr val="accent1"/>
            </a:solid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US" sz="1400" b="1" dirty="0">
                <a:solidFill>
                  <a:schemeClr val="bg1"/>
                </a:solidFill>
                <a:latin typeface="+mj-lt"/>
                <a:ea typeface="Verdana" panose="020B0604030504040204" pitchFamily="34" charset="0"/>
                <a:cs typeface="Verdana" panose="020B0604030504040204" pitchFamily="34" charset="0"/>
              </a:rPr>
              <a:t>Move from on-premise to cloud</a:t>
            </a:r>
          </a:p>
        </p:txBody>
      </p:sp>
      <p:sp>
        <p:nvSpPr>
          <p:cNvPr id="33" name="Rectangle 32">
            <a:extLst>
              <a:ext uri="{FF2B5EF4-FFF2-40B4-BE49-F238E27FC236}">
                <a16:creationId xmlns:a16="http://schemas.microsoft.com/office/drawing/2014/main" id="{419BB67B-5D15-F4DF-ABEE-B9C9369C793D}"/>
              </a:ext>
            </a:extLst>
          </p:cNvPr>
          <p:cNvSpPr/>
          <p:nvPr/>
        </p:nvSpPr>
        <p:spPr bwMode="auto">
          <a:xfrm>
            <a:off x="461962" y="2926849"/>
            <a:ext cx="4572001" cy="752463"/>
          </a:xfrm>
          <a:prstGeom prst="rect">
            <a:avLst/>
          </a:prstGeom>
          <a:noFill/>
          <a:ln>
            <a:noFill/>
          </a:ln>
          <a:effectLst/>
        </p:spPr>
        <p:txBody>
          <a:bodyPr rot="0" spcFirstLastPara="0" vertOverflow="overflow" horzOverflow="overflow" vert="horz" wrap="square" lIns="18288" tIns="0" rIns="18288" bIns="0" numCol="1" spcCol="0" rtlCol="0" fromWordArt="0" anchor="ctr" anchorCtr="0" forceAA="0" compatLnSpc="1">
            <a:prstTxWarp prst="textNoShape">
              <a:avLst/>
            </a:prstTxWarp>
            <a:noAutofit/>
          </a:bodyPr>
          <a:lstStyle/>
          <a:p>
            <a:pPr algn="ctr"/>
            <a:r>
              <a:rPr lang="en-US" sz="1200" i="1" dirty="0">
                <a:ea typeface="Verdana"/>
                <a:cs typeface="Verdana" panose="020B0604030504040204" pitchFamily="34" charset="0"/>
              </a:rPr>
              <a:t>Reducing technical debt for out-of-date remaining on-premise items towards things on the cloud that will help with our overall transition</a:t>
            </a:r>
          </a:p>
        </p:txBody>
      </p:sp>
      <p:sp>
        <p:nvSpPr>
          <p:cNvPr id="10" name="Rectangle: Diagonal Corners Rounded 9">
            <a:extLst>
              <a:ext uri="{FF2B5EF4-FFF2-40B4-BE49-F238E27FC236}">
                <a16:creationId xmlns:a16="http://schemas.microsoft.com/office/drawing/2014/main" id="{8B46BFE4-ECFF-7A15-22AD-40C6688A63C4}"/>
              </a:ext>
            </a:extLst>
          </p:cNvPr>
          <p:cNvSpPr/>
          <p:nvPr/>
        </p:nvSpPr>
        <p:spPr bwMode="auto">
          <a:xfrm>
            <a:off x="461964" y="3685112"/>
            <a:ext cx="4572000" cy="552893"/>
          </a:xfrm>
          <a:prstGeom prst="round2DiagRect">
            <a:avLst/>
          </a:prstGeom>
          <a:solidFill>
            <a:srgbClr val="00B852"/>
          </a:solidFill>
          <a:ln>
            <a:solidFill>
              <a:schemeClr val="accent1"/>
            </a:solid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US" sz="1400" b="1" dirty="0">
                <a:solidFill>
                  <a:schemeClr val="bg1"/>
                </a:solidFill>
                <a:latin typeface="+mj-lt"/>
                <a:ea typeface="Verdana" panose="020B0604030504040204" pitchFamily="34" charset="0"/>
                <a:cs typeface="Verdana" panose="020B0604030504040204" pitchFamily="34" charset="0"/>
              </a:rPr>
              <a:t>Security Upgrade</a:t>
            </a:r>
          </a:p>
        </p:txBody>
      </p:sp>
      <p:sp>
        <p:nvSpPr>
          <p:cNvPr id="34" name="Rectangle 33">
            <a:extLst>
              <a:ext uri="{FF2B5EF4-FFF2-40B4-BE49-F238E27FC236}">
                <a16:creationId xmlns:a16="http://schemas.microsoft.com/office/drawing/2014/main" id="{FD722C17-4F8E-DDCD-02AB-E1AB57DDB9DE}"/>
              </a:ext>
            </a:extLst>
          </p:cNvPr>
          <p:cNvSpPr/>
          <p:nvPr/>
        </p:nvSpPr>
        <p:spPr bwMode="auto">
          <a:xfrm>
            <a:off x="461962" y="4243805"/>
            <a:ext cx="4572001" cy="761446"/>
          </a:xfrm>
          <a:prstGeom prst="rect">
            <a:avLst/>
          </a:prstGeom>
          <a:noFill/>
          <a:ln>
            <a:noFill/>
          </a:ln>
          <a:effectLst/>
        </p:spPr>
        <p:txBody>
          <a:bodyPr rot="0" spcFirstLastPara="0" vertOverflow="overflow" horzOverflow="overflow" vert="horz" wrap="square" lIns="18288" tIns="0" rIns="18288" bIns="0" numCol="1" spcCol="0" rtlCol="0" fromWordArt="0" anchor="ctr" anchorCtr="0" forceAA="0" compatLnSpc="1">
            <a:prstTxWarp prst="textNoShape">
              <a:avLst/>
            </a:prstTxWarp>
            <a:noAutofit/>
          </a:bodyPr>
          <a:lstStyle/>
          <a:p>
            <a:pPr algn="ctr"/>
            <a:r>
              <a:rPr lang="en-US" sz="1200" i="1" dirty="0">
                <a:latin typeface="+mj-lt"/>
                <a:ea typeface="Verdana"/>
                <a:cs typeface="Verdana" panose="020B0604030504040204" pitchFamily="34" charset="0"/>
              </a:rPr>
              <a:t>Upgraded a xx security platform that is able to ensure we have better security</a:t>
            </a:r>
          </a:p>
        </p:txBody>
      </p:sp>
      <p:sp>
        <p:nvSpPr>
          <p:cNvPr id="12" name="Rectangle: Diagonal Corners Rounded 11">
            <a:extLst>
              <a:ext uri="{FF2B5EF4-FFF2-40B4-BE49-F238E27FC236}">
                <a16:creationId xmlns:a16="http://schemas.microsoft.com/office/drawing/2014/main" id="{82ABE872-C972-12C4-4FF9-9D98C7D3EEFF}"/>
              </a:ext>
            </a:extLst>
          </p:cNvPr>
          <p:cNvSpPr/>
          <p:nvPr/>
        </p:nvSpPr>
        <p:spPr bwMode="auto">
          <a:xfrm>
            <a:off x="461964" y="4996268"/>
            <a:ext cx="4572000" cy="552893"/>
          </a:xfrm>
          <a:prstGeom prst="round2DiagRect">
            <a:avLst/>
          </a:prstGeom>
          <a:solidFill>
            <a:srgbClr val="00B852"/>
          </a:solidFill>
          <a:ln>
            <a:solidFill>
              <a:schemeClr val="accent1"/>
            </a:solid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US" sz="1400" b="1" dirty="0">
                <a:solidFill>
                  <a:schemeClr val="bg1"/>
                </a:solidFill>
                <a:latin typeface="+mj-lt"/>
                <a:ea typeface="Verdana" panose="020B0604030504040204" pitchFamily="34" charset="0"/>
                <a:cs typeface="Verdana" panose="020B0604030504040204" pitchFamily="34" charset="0"/>
              </a:rPr>
              <a:t>D&amp;A Tool Upgrade</a:t>
            </a:r>
          </a:p>
        </p:txBody>
      </p:sp>
      <p:sp>
        <p:nvSpPr>
          <p:cNvPr id="35" name="Rectangle 34">
            <a:extLst>
              <a:ext uri="{FF2B5EF4-FFF2-40B4-BE49-F238E27FC236}">
                <a16:creationId xmlns:a16="http://schemas.microsoft.com/office/drawing/2014/main" id="{B55AE069-45CC-620E-0352-BE4DE9ED79DF}"/>
              </a:ext>
            </a:extLst>
          </p:cNvPr>
          <p:cNvSpPr/>
          <p:nvPr/>
        </p:nvSpPr>
        <p:spPr bwMode="auto">
          <a:xfrm>
            <a:off x="461962" y="5549161"/>
            <a:ext cx="4572001" cy="603299"/>
          </a:xfrm>
          <a:prstGeom prst="rect">
            <a:avLst/>
          </a:prstGeom>
          <a:noFill/>
          <a:ln>
            <a:noFill/>
          </a:ln>
          <a:effectLst/>
        </p:spPr>
        <p:txBody>
          <a:bodyPr rot="0" spcFirstLastPara="0" vertOverflow="overflow" horzOverflow="overflow" vert="horz" wrap="square" lIns="18288" tIns="0" rIns="18288" bIns="0" numCol="1" spcCol="0" rtlCol="0" fromWordArt="0" anchor="ctr" anchorCtr="0" forceAA="0" compatLnSpc="1">
            <a:prstTxWarp prst="textNoShape">
              <a:avLst/>
            </a:prstTxWarp>
            <a:noAutofit/>
          </a:bodyPr>
          <a:lstStyle/>
          <a:p>
            <a:pPr algn="ctr"/>
            <a:r>
              <a:rPr lang="en-US" sz="1200" i="1" dirty="0">
                <a:latin typeface="+mj-lt"/>
                <a:ea typeface="Verdana" panose="020B0604030504040204" pitchFamily="34" charset="0"/>
                <a:cs typeface="Verdana" panose="020B0604030504040204" pitchFamily="34" charset="0"/>
              </a:rPr>
              <a:t>Upgraded a tool that will help us to track the usage of our data and analytics tools and tie that back to the case work that they were used on </a:t>
            </a:r>
          </a:p>
        </p:txBody>
      </p:sp>
      <p:sp>
        <p:nvSpPr>
          <p:cNvPr id="36" name="Rectangle: Rounded Corners 35">
            <a:extLst>
              <a:ext uri="{FF2B5EF4-FFF2-40B4-BE49-F238E27FC236}">
                <a16:creationId xmlns:a16="http://schemas.microsoft.com/office/drawing/2014/main" id="{5E8CEC8D-D393-9641-3FC1-55F0C11163B4}"/>
              </a:ext>
            </a:extLst>
          </p:cNvPr>
          <p:cNvSpPr/>
          <p:nvPr/>
        </p:nvSpPr>
        <p:spPr bwMode="auto">
          <a:xfrm>
            <a:off x="5150642" y="2508944"/>
            <a:ext cx="4572000" cy="1005840"/>
          </a:xfrm>
          <a:prstGeom prst="roundRect">
            <a:avLst/>
          </a:prstGeom>
          <a:noFill/>
          <a:ln w="19050">
            <a:solidFill>
              <a:srgbClr val="A8D500"/>
            </a:solid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dirty="0">
                <a:solidFill>
                  <a:srgbClr val="50575C"/>
                </a:solidFill>
                <a:latin typeface="+mj-lt"/>
                <a:ea typeface="Verdana"/>
                <a:cs typeface="Verdana" panose="020B0604030504040204" pitchFamily="34" charset="0"/>
              </a:rPr>
              <a:t>Moves us off an out-of-date, non-upgradeable version onto a patchable platform, reducing security risk</a:t>
            </a:r>
          </a:p>
        </p:txBody>
      </p:sp>
      <p:sp>
        <p:nvSpPr>
          <p:cNvPr id="37" name="Cylinder 36">
            <a:extLst>
              <a:ext uri="{FF2B5EF4-FFF2-40B4-BE49-F238E27FC236}">
                <a16:creationId xmlns:a16="http://schemas.microsoft.com/office/drawing/2014/main" id="{6E7F9FCB-1EE6-98A0-7957-87289064B3A6}"/>
              </a:ext>
            </a:extLst>
          </p:cNvPr>
          <p:cNvSpPr/>
          <p:nvPr/>
        </p:nvSpPr>
        <p:spPr bwMode="auto">
          <a:xfrm>
            <a:off x="9839324" y="2550840"/>
            <a:ext cx="1892808" cy="933852"/>
          </a:xfrm>
          <a:prstGeom prst="can">
            <a:avLst/>
          </a:prstGeom>
          <a:noFill/>
          <a:ln w="19050">
            <a:solidFill>
              <a:srgbClr val="076B3B"/>
            </a:solid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US" sz="1200" dirty="0">
                <a:solidFill>
                  <a:srgbClr val="50575C"/>
                </a:solidFill>
                <a:latin typeface="+mj-lt"/>
                <a:ea typeface="Verdana" panose="020B0604030504040204" pitchFamily="34" charset="0"/>
                <a:cs typeface="Verdana" panose="020B0604030504040204" pitchFamily="34" charset="0"/>
              </a:rPr>
              <a:t>Avoids </a:t>
            </a:r>
            <a:r>
              <a:rPr lang="en-US" sz="1200" b="1" dirty="0">
                <a:solidFill>
                  <a:srgbClr val="50575C"/>
                </a:solidFill>
                <a:latin typeface="+mj-lt"/>
                <a:ea typeface="Verdana" panose="020B0604030504040204" pitchFamily="34" charset="0"/>
                <a:cs typeface="Verdana" panose="020B0604030504040204" pitchFamily="34" charset="0"/>
              </a:rPr>
              <a:t>~$</a:t>
            </a:r>
            <a:r>
              <a:rPr lang="en-US" sz="1200" b="1" dirty="0" err="1">
                <a:solidFill>
                  <a:srgbClr val="50575C"/>
                </a:solidFill>
                <a:latin typeface="+mj-lt"/>
                <a:ea typeface="Verdana" panose="020B0604030504040204" pitchFamily="34" charset="0"/>
                <a:cs typeface="Verdana" panose="020B0604030504040204" pitchFamily="34" charset="0"/>
              </a:rPr>
              <a:t>xxk</a:t>
            </a:r>
            <a:r>
              <a:rPr lang="en-US" sz="1200" b="1" dirty="0">
                <a:solidFill>
                  <a:srgbClr val="50575C"/>
                </a:solidFill>
                <a:latin typeface="+mj-lt"/>
                <a:ea typeface="Verdana" panose="020B0604030504040204" pitchFamily="34" charset="0"/>
                <a:cs typeface="Verdana" panose="020B0604030504040204" pitchFamily="34" charset="0"/>
              </a:rPr>
              <a:t> per year </a:t>
            </a:r>
            <a:r>
              <a:rPr lang="en-US" sz="1200" dirty="0">
                <a:solidFill>
                  <a:srgbClr val="50575C"/>
                </a:solidFill>
                <a:latin typeface="+mj-lt"/>
                <a:ea typeface="Verdana" panose="020B0604030504040204" pitchFamily="34" charset="0"/>
                <a:cs typeface="Verdana" panose="020B0604030504040204" pitchFamily="34" charset="0"/>
              </a:rPr>
              <a:t>in VMware license costs</a:t>
            </a:r>
          </a:p>
        </p:txBody>
      </p:sp>
      <p:sp>
        <p:nvSpPr>
          <p:cNvPr id="38" name="Rectangle: Rounded Corners 37">
            <a:extLst>
              <a:ext uri="{FF2B5EF4-FFF2-40B4-BE49-F238E27FC236}">
                <a16:creationId xmlns:a16="http://schemas.microsoft.com/office/drawing/2014/main" id="{AE416F8B-09FD-C01C-A317-48E79E917208}"/>
              </a:ext>
            </a:extLst>
          </p:cNvPr>
          <p:cNvSpPr/>
          <p:nvPr/>
        </p:nvSpPr>
        <p:spPr bwMode="auto">
          <a:xfrm>
            <a:off x="5150643" y="3766316"/>
            <a:ext cx="4572000" cy="1128774"/>
          </a:xfrm>
          <a:prstGeom prst="roundRect">
            <a:avLst/>
          </a:prstGeom>
          <a:noFill/>
          <a:ln w="19050">
            <a:solidFill>
              <a:srgbClr val="A8D500"/>
            </a:solid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dirty="0">
                <a:solidFill>
                  <a:srgbClr val="50575C"/>
                </a:solidFill>
                <a:ea typeface="Verdana"/>
                <a:cs typeface="Verdana" panose="020B0604030504040204" pitchFamily="34" charset="0"/>
              </a:rPr>
              <a:t>Replaces ~</a:t>
            </a:r>
            <a:r>
              <a:rPr lang="en-US" sz="1200" dirty="0" err="1">
                <a:solidFill>
                  <a:srgbClr val="50575C"/>
                </a:solidFill>
                <a:ea typeface="Verdana"/>
                <a:cs typeface="Verdana" panose="020B0604030504040204" pitchFamily="34" charset="0"/>
              </a:rPr>
              <a:t>xxk</a:t>
            </a:r>
            <a:r>
              <a:rPr lang="en-US" sz="1200" dirty="0">
                <a:solidFill>
                  <a:srgbClr val="50575C"/>
                </a:solidFill>
                <a:ea typeface="Verdana"/>
                <a:cs typeface="Verdana" panose="020B0604030504040204" pitchFamily="34" charset="0"/>
              </a:rPr>
              <a:t> hard-to-process and sort email alerts with focused dashboards so Tech Ops can improve reliability instead of triaging alert spam</a:t>
            </a:r>
          </a:p>
          <a:p>
            <a:pPr marL="171450" indent="-171450">
              <a:buFont typeface="Arial" panose="020B0604020202020204" pitchFamily="34" charset="0"/>
              <a:buChar char="•"/>
            </a:pPr>
            <a:r>
              <a:rPr lang="en-US" sz="1200" dirty="0">
                <a:solidFill>
                  <a:srgbClr val="50575C"/>
                </a:solidFill>
                <a:latin typeface="+mj-lt"/>
                <a:ea typeface="Verdana"/>
                <a:cs typeface="Verdana" panose="020B0604030504040204" pitchFamily="34" charset="0"/>
              </a:rPr>
              <a:t>Integrates with our hardware systems and gives us AI health scores and anomaly alerts for more proactive incident prevention</a:t>
            </a:r>
          </a:p>
        </p:txBody>
      </p:sp>
      <p:sp>
        <p:nvSpPr>
          <p:cNvPr id="39" name="Cylinder 38">
            <a:extLst>
              <a:ext uri="{FF2B5EF4-FFF2-40B4-BE49-F238E27FC236}">
                <a16:creationId xmlns:a16="http://schemas.microsoft.com/office/drawing/2014/main" id="{BF855D00-15E3-225F-DEF4-86431EC9600C}"/>
              </a:ext>
            </a:extLst>
          </p:cNvPr>
          <p:cNvSpPr/>
          <p:nvPr/>
        </p:nvSpPr>
        <p:spPr bwMode="auto">
          <a:xfrm>
            <a:off x="9839324" y="3828324"/>
            <a:ext cx="1892808" cy="1072611"/>
          </a:xfrm>
          <a:prstGeom prst="can">
            <a:avLst/>
          </a:prstGeom>
          <a:noFill/>
          <a:ln w="19050">
            <a:solidFill>
              <a:srgbClr val="076B3B"/>
            </a:solid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US" sz="1200" b="1" dirty="0">
                <a:solidFill>
                  <a:srgbClr val="50575C"/>
                </a:solidFill>
                <a:latin typeface="+mj-lt"/>
                <a:ea typeface="Verdana" panose="020B0604030504040204" pitchFamily="34" charset="0"/>
                <a:cs typeface="Verdana" panose="020B0604030504040204" pitchFamily="34" charset="0"/>
              </a:rPr>
              <a:t>$x cost increase</a:t>
            </a:r>
            <a:r>
              <a:rPr lang="en-US" sz="1200" dirty="0">
                <a:solidFill>
                  <a:srgbClr val="50575C"/>
                </a:solidFill>
                <a:latin typeface="+mj-lt"/>
                <a:ea typeface="Verdana" panose="020B0604030504040204" pitchFamily="34" charset="0"/>
                <a:cs typeface="Verdana" panose="020B0604030504040204" pitchFamily="34" charset="0"/>
              </a:rPr>
              <a:t>, materially better functionality</a:t>
            </a:r>
          </a:p>
        </p:txBody>
      </p:sp>
      <p:sp>
        <p:nvSpPr>
          <p:cNvPr id="40" name="Rectangle: Rounded Corners 39">
            <a:extLst>
              <a:ext uri="{FF2B5EF4-FFF2-40B4-BE49-F238E27FC236}">
                <a16:creationId xmlns:a16="http://schemas.microsoft.com/office/drawing/2014/main" id="{6EDF1E53-3124-F8F7-0D2B-C7732917D922}"/>
              </a:ext>
            </a:extLst>
          </p:cNvPr>
          <p:cNvSpPr/>
          <p:nvPr/>
        </p:nvSpPr>
        <p:spPr bwMode="auto">
          <a:xfrm>
            <a:off x="5150642" y="5146620"/>
            <a:ext cx="4572000" cy="1005840"/>
          </a:xfrm>
          <a:prstGeom prst="roundRect">
            <a:avLst/>
          </a:prstGeom>
          <a:noFill/>
          <a:ln w="19050">
            <a:solidFill>
              <a:srgbClr val="A8D500"/>
            </a:solid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dirty="0">
                <a:solidFill>
                  <a:srgbClr val="50575C"/>
                </a:solidFill>
                <a:latin typeface="+mj-lt"/>
                <a:ea typeface="Verdana"/>
                <a:cs typeface="Verdana" panose="020B0604030504040204" pitchFamily="34" charset="0"/>
              </a:rPr>
              <a:t>Improves license management by showing who uses which tools and for how long</a:t>
            </a:r>
          </a:p>
          <a:p>
            <a:pPr marL="171450" indent="-171450">
              <a:buFont typeface="Arial" panose="020B0604020202020204" pitchFamily="34" charset="0"/>
              <a:buChar char="•"/>
            </a:pPr>
            <a:r>
              <a:rPr lang="en-US" sz="1200" dirty="0">
                <a:solidFill>
                  <a:srgbClr val="50575C"/>
                </a:solidFill>
                <a:latin typeface="+mj-lt"/>
                <a:ea typeface="Verdana"/>
                <a:cs typeface="Verdana" panose="020B0604030504040204" pitchFamily="34" charset="0"/>
              </a:rPr>
              <a:t>This e</a:t>
            </a:r>
            <a:r>
              <a:rPr lang="en-US" sz="1200" dirty="0">
                <a:solidFill>
                  <a:srgbClr val="50575C"/>
                </a:solidFill>
                <a:latin typeface="+mj-lt"/>
                <a:ea typeface="Verdana"/>
                <a:cs typeface="Arial"/>
              </a:rPr>
              <a:t>nables accurate chargeback of D&amp;A tool usage to client cases</a:t>
            </a:r>
          </a:p>
        </p:txBody>
      </p:sp>
      <p:sp>
        <p:nvSpPr>
          <p:cNvPr id="41" name="Cylinder 40">
            <a:extLst>
              <a:ext uri="{FF2B5EF4-FFF2-40B4-BE49-F238E27FC236}">
                <a16:creationId xmlns:a16="http://schemas.microsoft.com/office/drawing/2014/main" id="{56480213-117D-D23F-A1DF-F13EB8C669D8}"/>
              </a:ext>
            </a:extLst>
          </p:cNvPr>
          <p:cNvSpPr/>
          <p:nvPr/>
        </p:nvSpPr>
        <p:spPr bwMode="auto">
          <a:xfrm>
            <a:off x="9839324" y="5188005"/>
            <a:ext cx="1890713" cy="907893"/>
          </a:xfrm>
          <a:prstGeom prst="can">
            <a:avLst>
              <a:gd name="adj" fmla="val 20326"/>
            </a:avLst>
          </a:prstGeom>
          <a:noFill/>
          <a:ln w="19050">
            <a:solidFill>
              <a:srgbClr val="076B3B"/>
            </a:solid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US" sz="1200" b="1">
                <a:solidFill>
                  <a:srgbClr val="50575C"/>
                </a:solidFill>
                <a:latin typeface="+mj-lt"/>
                <a:ea typeface="Verdana"/>
                <a:cs typeface="Verdana" panose="020B0604030504040204" pitchFamily="34" charset="0"/>
              </a:rPr>
              <a:t>Protects case margins</a:t>
            </a:r>
          </a:p>
        </p:txBody>
      </p:sp>
      <p:cxnSp>
        <p:nvCxnSpPr>
          <p:cNvPr id="9" name="Straight Connector 8">
            <a:extLst>
              <a:ext uri="{FF2B5EF4-FFF2-40B4-BE49-F238E27FC236}">
                <a16:creationId xmlns:a16="http://schemas.microsoft.com/office/drawing/2014/main" id="{69128110-BB9E-36A7-ADF1-BC69A695A9CB}"/>
              </a:ext>
            </a:extLst>
          </p:cNvPr>
          <p:cNvCxnSpPr>
            <a:cxnSpLocks/>
          </p:cNvCxnSpPr>
          <p:nvPr/>
        </p:nvCxnSpPr>
        <p:spPr>
          <a:xfrm>
            <a:off x="5174933" y="2383178"/>
            <a:ext cx="6400800" cy="0"/>
          </a:xfrm>
          <a:prstGeom prst="line">
            <a:avLst/>
          </a:prstGeom>
          <a:ln>
            <a:solidFill>
              <a:srgbClr val="076B3B"/>
            </a:solidFill>
            <a:prstDash val="lg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21B905A-9289-0F43-C860-FF89682A47A6}"/>
              </a:ext>
            </a:extLst>
          </p:cNvPr>
          <p:cNvCxnSpPr>
            <a:cxnSpLocks/>
          </p:cNvCxnSpPr>
          <p:nvPr/>
        </p:nvCxnSpPr>
        <p:spPr>
          <a:xfrm>
            <a:off x="5174933" y="3640550"/>
            <a:ext cx="6400800" cy="0"/>
          </a:xfrm>
          <a:prstGeom prst="line">
            <a:avLst/>
          </a:prstGeom>
          <a:ln>
            <a:solidFill>
              <a:srgbClr val="076B3B"/>
            </a:solidFill>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292FCBE-9183-91F6-EC65-3350E351125B}"/>
              </a:ext>
            </a:extLst>
          </p:cNvPr>
          <p:cNvCxnSpPr>
            <a:cxnSpLocks/>
          </p:cNvCxnSpPr>
          <p:nvPr/>
        </p:nvCxnSpPr>
        <p:spPr>
          <a:xfrm>
            <a:off x="5174933" y="5020856"/>
            <a:ext cx="6400800" cy="0"/>
          </a:xfrm>
          <a:prstGeom prst="line">
            <a:avLst/>
          </a:prstGeom>
          <a:ln>
            <a:solidFill>
              <a:srgbClr val="076B3B"/>
            </a:solidFill>
            <a:prstDash val="lgDash"/>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DD6BF8CB-A7FF-8730-920F-B07A41DCF839}"/>
              </a:ext>
            </a:extLst>
          </p:cNvPr>
          <p:cNvSpPr/>
          <p:nvPr/>
        </p:nvSpPr>
        <p:spPr bwMode="auto">
          <a:xfrm>
            <a:off x="9106023" y="626654"/>
            <a:ext cx="2972855" cy="832292"/>
          </a:xfrm>
          <a:prstGeom prst="roundRect">
            <a:avLst/>
          </a:prstGeom>
          <a:solidFill>
            <a:srgbClr val="FFC836"/>
          </a:solidFill>
          <a:ln>
            <a:noFill/>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GB" sz="1400" dirty="0">
                <a:latin typeface="+mj-lt"/>
                <a:ea typeface="Verdana" panose="020B0604030504040204" pitchFamily="34" charset="0"/>
                <a:cs typeface="Verdana" panose="020B0604030504040204" pitchFamily="34" charset="0"/>
              </a:rPr>
              <a:t>Example of a slide redesign</a:t>
            </a:r>
          </a:p>
        </p:txBody>
      </p:sp>
    </p:spTree>
    <p:extLst>
      <p:ext uri="{BB962C8B-B14F-4D97-AF65-F5344CB8AC3E}">
        <p14:creationId xmlns:p14="http://schemas.microsoft.com/office/powerpoint/2010/main" val="530147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003#Agenda – without image#Text and Tables#Widescreen17121607487055475">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59557C6-79F9-4E10-39A9-DEAF4E1C37CC}"/>
              </a:ext>
            </a:extLst>
          </p:cNvPr>
          <p:cNvGraphicFramePr>
            <a:graphicFrameLocks noChangeAspect="1"/>
          </p:cNvGraphicFramePr>
          <p:nvPr>
            <p:custDataLst>
              <p:tags r:id="rId1"/>
            </p:custDataLst>
            <p:extLst>
              <p:ext uri="{D42A27DB-BD31-4B8C-83A1-F6EECF244321}">
                <p14:modId xmlns:p14="http://schemas.microsoft.com/office/powerpoint/2010/main" val="33917248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5" name="think-cell data - do not delete" hidden="1">
                        <a:extLst>
                          <a:ext uri="{FF2B5EF4-FFF2-40B4-BE49-F238E27FC236}">
                            <a16:creationId xmlns:a16="http://schemas.microsoft.com/office/drawing/2014/main" id="{659557C6-79F9-4E10-39A9-DEAF4E1C37C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CD715B83-AFE3-B94B-27A3-900F7B71A0C6}"/>
              </a:ext>
            </a:extLst>
          </p:cNvPr>
          <p:cNvSpPr>
            <a:spLocks noGrp="1"/>
          </p:cNvSpPr>
          <p:nvPr>
            <p:ph type="body" sz="quarter" idx="20"/>
          </p:nvPr>
        </p:nvSpPr>
        <p:spPr/>
        <p:txBody>
          <a:bodyPr/>
          <a:lstStyle/>
          <a:p>
            <a:pPr marL="0" indent="0">
              <a:buNone/>
            </a:pPr>
            <a:r>
              <a:rPr lang="en-GB" b="1" dirty="0">
                <a:solidFill>
                  <a:schemeClr val="bg1"/>
                </a:solidFill>
                <a:cs typeface="Times New Roman" panose="02020603050405020304" pitchFamily="18" charset="0"/>
              </a:rPr>
              <a:t>Challenge: </a:t>
            </a:r>
            <a:r>
              <a:rPr lang="en-GB" dirty="0">
                <a:solidFill>
                  <a:schemeClr val="bg1"/>
                </a:solidFill>
                <a:cs typeface="Times New Roman" panose="02020603050405020304" pitchFamily="18" charset="0"/>
              </a:rPr>
              <a:t>You will be given a prompt over the next few slides (in the comments), holding a description of what is needed for slides, and will create an outline with dummy information</a:t>
            </a:r>
          </a:p>
          <a:p>
            <a:pPr marL="0" indent="0"/>
            <a:endParaRPr lang="en-GB" sz="900" dirty="0">
              <a:solidFill>
                <a:schemeClr val="bg1"/>
              </a:solidFill>
              <a:cs typeface="Times New Roman" panose="02020603050405020304" pitchFamily="18" charset="0"/>
            </a:endParaRPr>
          </a:p>
          <a:p>
            <a:endParaRPr lang="en-US" dirty="0"/>
          </a:p>
        </p:txBody>
      </p:sp>
      <p:sp>
        <p:nvSpPr>
          <p:cNvPr id="3" name="Title 2">
            <a:extLst>
              <a:ext uri="{FF2B5EF4-FFF2-40B4-BE49-F238E27FC236}">
                <a16:creationId xmlns:a16="http://schemas.microsoft.com/office/drawing/2014/main" id="{D584F1E5-6D0D-482C-C26E-B03675D3E38E}"/>
              </a:ext>
            </a:extLst>
          </p:cNvPr>
          <p:cNvSpPr>
            <a:spLocks noGrp="1"/>
          </p:cNvSpPr>
          <p:nvPr>
            <p:ph type="title"/>
          </p:nvPr>
        </p:nvSpPr>
        <p:spPr/>
        <p:txBody>
          <a:bodyPr vert="horz"/>
          <a:lstStyle/>
          <a:p>
            <a:r>
              <a:rPr lang="en-US" dirty="0"/>
              <a:t>Challenge 2</a:t>
            </a:r>
          </a:p>
        </p:txBody>
      </p:sp>
    </p:spTree>
    <p:extLst>
      <p:ext uri="{BB962C8B-B14F-4D97-AF65-F5344CB8AC3E}">
        <p14:creationId xmlns:p14="http://schemas.microsoft.com/office/powerpoint/2010/main" val="3049016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A1761-300F-6C9F-20BF-05230EFE157D}"/>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D387F3A-D6C8-65D0-8380-4C484B02C38B}"/>
              </a:ext>
            </a:extLst>
          </p:cNvPr>
          <p:cNvGraphicFramePr>
            <a:graphicFrameLocks noChangeAspect="1"/>
          </p:cNvGraphicFramePr>
          <p:nvPr>
            <p:custDataLst>
              <p:tags r:id="rId1"/>
            </p:custDataLst>
            <p:extLst>
              <p:ext uri="{D42A27DB-BD31-4B8C-83A1-F6EECF244321}">
                <p14:modId xmlns:p14="http://schemas.microsoft.com/office/powerpoint/2010/main" val="9671434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3" name="think-cell data - do not delete" hidden="1">
                        <a:extLst>
                          <a:ext uri="{FF2B5EF4-FFF2-40B4-BE49-F238E27FC236}">
                            <a16:creationId xmlns:a16="http://schemas.microsoft.com/office/drawing/2014/main" id="{CD387F3A-D6C8-65D0-8380-4C484B02C38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8DCDFF5-77E8-FC83-E294-A2B4362E4FA5}"/>
              </a:ext>
            </a:extLst>
          </p:cNvPr>
          <p:cNvSpPr>
            <a:spLocks noGrp="1"/>
          </p:cNvSpPr>
          <p:nvPr>
            <p:ph type="title"/>
          </p:nvPr>
        </p:nvSpPr>
        <p:spPr/>
        <p:txBody>
          <a:bodyPr vert="horz"/>
          <a:lstStyle/>
          <a:p>
            <a:r>
              <a:rPr lang="en-US" dirty="0"/>
              <a:t>Check Comments for Instructions</a:t>
            </a:r>
          </a:p>
        </p:txBody>
      </p:sp>
      <p:sp>
        <p:nvSpPr>
          <p:cNvPr id="8" name="TextBox 7">
            <a:extLst>
              <a:ext uri="{FF2B5EF4-FFF2-40B4-BE49-F238E27FC236}">
                <a16:creationId xmlns:a16="http://schemas.microsoft.com/office/drawing/2014/main" id="{4AA32754-5A9C-0644-1FAE-62C23AFE2661}"/>
              </a:ext>
            </a:extLst>
          </p:cNvPr>
          <p:cNvSpPr txBox="1"/>
          <p:nvPr/>
        </p:nvSpPr>
        <p:spPr>
          <a:xfrm>
            <a:off x="465138" y="1366887"/>
            <a:ext cx="7679621" cy="4685121"/>
          </a:xfrm>
          <a:prstGeom prst="rect">
            <a:avLst/>
          </a:prstGeom>
          <a:noFill/>
        </p:spPr>
        <p:txBody>
          <a:bodyPr wrap="square" lIns="0" tIns="0" rIns="0" bIns="0" rtlCol="0">
            <a:noAutofit/>
          </a:bodyPr>
          <a:lstStyle/>
          <a:p>
            <a:pPr marL="0" indent="0" algn="l">
              <a:spcAft>
                <a:spcPts val="600"/>
              </a:spcAft>
            </a:pPr>
            <a:r>
              <a:rPr lang="en-GB" sz="1600" b="1" dirty="0">
                <a:solidFill>
                  <a:srgbClr val="54565A"/>
                </a:solidFill>
                <a:ea typeface="Verdana" panose="020B0604030504040204" pitchFamily="34" charset="0"/>
                <a:cs typeface="Times New Roman" panose="02020603050405020304" pitchFamily="18" charset="0"/>
              </a:rPr>
              <a:t>xx</a:t>
            </a:r>
          </a:p>
          <a:p>
            <a:pPr marL="0" indent="0" algn="l">
              <a:spcAft>
                <a:spcPts val="600"/>
              </a:spcAft>
            </a:pPr>
            <a:endParaRPr lang="en-GB" sz="1600" dirty="0">
              <a:solidFill>
                <a:srgbClr val="54565A"/>
              </a:solidFill>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633809701"/>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63800-DD42-4CBB-0B6A-871A6726DEF5}"/>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982F69B-3E04-AFC1-A2E6-D1F04D1C1F7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3" name="think-cell data - do not delete" hidden="1">
                        <a:extLst>
                          <a:ext uri="{FF2B5EF4-FFF2-40B4-BE49-F238E27FC236}">
                            <a16:creationId xmlns:a16="http://schemas.microsoft.com/office/drawing/2014/main" id="{C982F69B-3E04-AFC1-A2E6-D1F04D1C1F7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3B1DBA5-1FC3-F7E9-9E6A-232696B9E916}"/>
              </a:ext>
            </a:extLst>
          </p:cNvPr>
          <p:cNvSpPr>
            <a:spLocks noGrp="1"/>
          </p:cNvSpPr>
          <p:nvPr>
            <p:ph type="title"/>
          </p:nvPr>
        </p:nvSpPr>
        <p:spPr/>
        <p:txBody>
          <a:bodyPr vert="horz"/>
          <a:lstStyle/>
          <a:p>
            <a:r>
              <a:rPr lang="en-US" dirty="0"/>
              <a:t>Check Comments for Instructions</a:t>
            </a:r>
          </a:p>
        </p:txBody>
      </p:sp>
      <p:sp>
        <p:nvSpPr>
          <p:cNvPr id="8" name="TextBox 7">
            <a:extLst>
              <a:ext uri="{FF2B5EF4-FFF2-40B4-BE49-F238E27FC236}">
                <a16:creationId xmlns:a16="http://schemas.microsoft.com/office/drawing/2014/main" id="{9529815F-2BB1-6FAF-D27D-3A1F9C04CAF8}"/>
              </a:ext>
            </a:extLst>
          </p:cNvPr>
          <p:cNvSpPr txBox="1"/>
          <p:nvPr/>
        </p:nvSpPr>
        <p:spPr>
          <a:xfrm>
            <a:off x="465138" y="1366887"/>
            <a:ext cx="7679621" cy="4685121"/>
          </a:xfrm>
          <a:prstGeom prst="rect">
            <a:avLst/>
          </a:prstGeom>
          <a:noFill/>
        </p:spPr>
        <p:txBody>
          <a:bodyPr wrap="square" lIns="0" tIns="0" rIns="0" bIns="0" rtlCol="0">
            <a:noAutofit/>
          </a:bodyPr>
          <a:lstStyle/>
          <a:p>
            <a:pPr marL="0" indent="0" algn="l">
              <a:spcAft>
                <a:spcPts val="600"/>
              </a:spcAft>
            </a:pPr>
            <a:r>
              <a:rPr lang="en-GB" sz="1600" b="1" dirty="0">
                <a:solidFill>
                  <a:srgbClr val="54565A"/>
                </a:solidFill>
                <a:ea typeface="Verdana" panose="020B0604030504040204" pitchFamily="34" charset="0"/>
                <a:cs typeface="Times New Roman" panose="02020603050405020304" pitchFamily="18" charset="0"/>
              </a:rPr>
              <a:t>xx</a:t>
            </a:r>
          </a:p>
          <a:p>
            <a:pPr marL="0" indent="0" algn="l">
              <a:spcAft>
                <a:spcPts val="600"/>
              </a:spcAft>
            </a:pPr>
            <a:endParaRPr lang="en-GB" sz="1600" dirty="0">
              <a:solidFill>
                <a:srgbClr val="54565A"/>
              </a:solidFill>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979559933"/>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C3223-F838-8809-DBD1-4BA8B9801A96}"/>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6FD4381-487F-8261-50DD-F676D32451B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3" name="think-cell data - do not delete" hidden="1">
                        <a:extLst>
                          <a:ext uri="{FF2B5EF4-FFF2-40B4-BE49-F238E27FC236}">
                            <a16:creationId xmlns:a16="http://schemas.microsoft.com/office/drawing/2014/main" id="{A6FD4381-487F-8261-50DD-F676D32451B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7099EF7-85AB-0B24-D93A-1A38F3DE76BF}"/>
              </a:ext>
            </a:extLst>
          </p:cNvPr>
          <p:cNvSpPr>
            <a:spLocks noGrp="1"/>
          </p:cNvSpPr>
          <p:nvPr>
            <p:ph type="title"/>
          </p:nvPr>
        </p:nvSpPr>
        <p:spPr/>
        <p:txBody>
          <a:bodyPr vert="horz"/>
          <a:lstStyle/>
          <a:p>
            <a:r>
              <a:rPr lang="en-US" dirty="0"/>
              <a:t>Check Comments for Instructions</a:t>
            </a:r>
          </a:p>
        </p:txBody>
      </p:sp>
      <p:sp>
        <p:nvSpPr>
          <p:cNvPr id="8" name="TextBox 7">
            <a:extLst>
              <a:ext uri="{FF2B5EF4-FFF2-40B4-BE49-F238E27FC236}">
                <a16:creationId xmlns:a16="http://schemas.microsoft.com/office/drawing/2014/main" id="{3F102F31-F312-6B86-5BFF-C2B1B9376A19}"/>
              </a:ext>
            </a:extLst>
          </p:cNvPr>
          <p:cNvSpPr txBox="1"/>
          <p:nvPr/>
        </p:nvSpPr>
        <p:spPr>
          <a:xfrm>
            <a:off x="465138" y="1366887"/>
            <a:ext cx="7679621" cy="4685121"/>
          </a:xfrm>
          <a:prstGeom prst="rect">
            <a:avLst/>
          </a:prstGeom>
          <a:noFill/>
        </p:spPr>
        <p:txBody>
          <a:bodyPr wrap="square" lIns="0" tIns="0" rIns="0" bIns="0" rtlCol="0">
            <a:noAutofit/>
          </a:bodyPr>
          <a:lstStyle/>
          <a:p>
            <a:pPr marL="0" indent="0" algn="l">
              <a:spcAft>
                <a:spcPts val="600"/>
              </a:spcAft>
            </a:pPr>
            <a:r>
              <a:rPr lang="en-GB" sz="1600" b="1" dirty="0">
                <a:solidFill>
                  <a:srgbClr val="54565A"/>
                </a:solidFill>
                <a:ea typeface="Verdana" panose="020B0604030504040204" pitchFamily="34" charset="0"/>
                <a:cs typeface="Times New Roman" panose="02020603050405020304" pitchFamily="18" charset="0"/>
              </a:rPr>
              <a:t>xx</a:t>
            </a:r>
          </a:p>
          <a:p>
            <a:pPr marL="0" indent="0" algn="l">
              <a:spcAft>
                <a:spcPts val="600"/>
              </a:spcAft>
            </a:pPr>
            <a:endParaRPr lang="en-GB" sz="1600" dirty="0">
              <a:solidFill>
                <a:srgbClr val="54565A"/>
              </a:solidFill>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16379190"/>
      </p:ext>
    </p:extLst>
  </p:cSld>
  <p:clrMapOvr>
    <a:masterClrMapping/>
  </p:clrMapOvr>
  <p:extLst>
    <p:ext uri="{6950BFC3-D8DA-4A85-94F7-54DA5524770B}">
      <p188:commentRel xmlns:p188="http://schemas.microsoft.com/office/powerpoint/2018/8/main" r:id="rId3"/>
    </p:ext>
  </p:extLs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THINKCELLPRESENTATIONDONOTDELETE" val="&lt;?xml version=&quot;1.0&quot; encoding=&quot;UTF-16&quot; standalone=&quot;yes&quot;?&gt;&lt;root reqver=&quot;28224&quot;&gt;&lt;version val=&quot;3582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LEK-refreshTheme1">
  <a:themeElements>
    <a:clrScheme name="LEK NEW">
      <a:dk1>
        <a:srgbClr val="000000"/>
      </a:dk1>
      <a:lt1>
        <a:srgbClr val="FFFFFF"/>
      </a:lt1>
      <a:dk2>
        <a:srgbClr val="50575C"/>
      </a:dk2>
      <a:lt2>
        <a:srgbClr val="FFFFFF"/>
      </a:lt2>
      <a:accent1>
        <a:srgbClr val="076B3B"/>
      </a:accent1>
      <a:accent2>
        <a:srgbClr val="00973A"/>
      </a:accent2>
      <a:accent3>
        <a:srgbClr val="C4CECC"/>
      </a:accent3>
      <a:accent4>
        <a:srgbClr val="71867C"/>
      </a:accent4>
      <a:accent5>
        <a:srgbClr val="50575C"/>
      </a:accent5>
      <a:accent6>
        <a:srgbClr val="327FEF"/>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3"/>
        </a:solidFill>
        <a:ln>
          <a:noFill/>
        </a:ln>
        <a:effectLst/>
      </a:spPr>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defPPr algn="ctr">
          <a:defRPr sz="1400" dirty="0" err="1">
            <a:latin typeface="+mj-lt"/>
            <a:ea typeface="Verdana" panose="020B0604030504040204" pitchFamily="34" charset="0"/>
            <a:cs typeface="Verdana" panose="020B0604030504040204" pitchFamily="34" charset="0"/>
          </a:defRPr>
        </a:defPPr>
      </a:lstStyle>
    </a:spDef>
    <a:lnDef>
      <a:spPr>
        <a:ln>
          <a:solidFill>
            <a:srgbClr val="C4CFC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0" indent="0" algn="l">
          <a:spcAft>
            <a:spcPts val="600"/>
          </a:spcAft>
          <a:defRPr sz="1600" b="0" i="0" dirty="0">
            <a:solidFill>
              <a:srgbClr val="54565A"/>
            </a:solidFill>
            <a:latin typeface="+mn-lt"/>
            <a:ea typeface="Verdana" panose="020B0604030504040204" pitchFamily="34" charset="0"/>
            <a:cs typeface="Times New Roman" panose="02020603050405020304" pitchFamily="18" charset="0"/>
          </a:defRPr>
        </a:defPPr>
      </a:lstStyle>
    </a:txDef>
  </a:objectDefaults>
  <a:extraClrSchemeLst/>
  <a:custClrLst>
    <a:custClr name="LEK Light Green">
      <a:srgbClr val="A8D500"/>
    </a:custClr>
    <a:custClr name="LEK Green">
      <a:srgbClr val="00B852"/>
    </a:custClr>
    <a:custClr name="LEK Medium Green">
      <a:srgbClr val="00973A"/>
    </a:custClr>
    <a:custClr name="LEK Dark Green">
      <a:srgbClr val="076B3B"/>
    </a:custClr>
    <a:custClr name="LEK Gold">
      <a:srgbClr val="FFC836"/>
    </a:custClr>
    <a:custClr name="LEK Orange">
      <a:srgbClr val="FF9800"/>
    </a:custClr>
    <a:custClr name="LEK Violet">
      <a:srgbClr val="504CB8"/>
    </a:custClr>
    <a:custClr name="LEK Medium Gold">
      <a:srgbClr val="A07500"/>
    </a:custClr>
    <a:custClr name="LEK Dark Gold">
      <a:srgbClr val="7E6332"/>
    </a:custClr>
    <a:custClr name="LEK Medium Orange">
      <a:srgbClr val="D57903"/>
    </a:custClr>
    <a:custClr name="LEK Dark Orange">
      <a:srgbClr val="C17C22"/>
    </a:custClr>
    <a:custClr name="LEK Medium Blue">
      <a:srgbClr val="0057BF"/>
    </a:custClr>
    <a:custClr name="LEK Dark Blue">
      <a:srgbClr val="0031A7"/>
    </a:custClr>
    <a:custClr name="LEK Medium Violet">
      <a:srgbClr val="4D418A"/>
    </a:custClr>
    <a:custClr name="LEK Dark Violet">
      <a:srgbClr val="3F2A5A"/>
    </a:custClr>
    <a:custClr name="LEK Red">
      <a:srgbClr val="E4002B"/>
    </a:custClr>
    <a:custClr name="LEK Dark Gray">
      <a:srgbClr val="50575C"/>
    </a:custClr>
    <a:custClr name="LEK Medium Gray">
      <a:srgbClr val="71867C"/>
    </a:custClr>
    <a:custClr name="LEK Light Gray">
      <a:srgbClr val="C4CECC"/>
    </a:custClr>
    <a:custClr name="LEK White">
      <a:srgbClr val="FFFFFF"/>
    </a:custClr>
  </a:custClrLst>
  <a:extLst>
    <a:ext uri="{05A4C25C-085E-4340-85A3-A5531E510DB2}">
      <thm15:themeFamily xmlns:thm15="http://schemas.microsoft.com/office/thememl/2012/main" name="LEK-refreshTheme1" id="{DE616AAE-0B40-4191-BA3F-F1BC843A010D}" vid="{719FB3DD-73F1-4329-8D44-9C673CC260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48FD290B81AD34EAC78D5B37C23B057" ma:contentTypeVersion="12" ma:contentTypeDescription="Create a new document." ma:contentTypeScope="" ma:versionID="224f361902b22cf2debc52786a31c05d">
  <xsd:schema xmlns:xsd="http://www.w3.org/2001/XMLSchema" xmlns:xs="http://www.w3.org/2001/XMLSchema" xmlns:p="http://schemas.microsoft.com/office/2006/metadata/properties" xmlns:ns2="f9ddced0-5457-4476-829d-491dde2578d5" xmlns:ns3="f3c98416-20a3-49b6-9048-3f163323cddc" targetNamespace="http://schemas.microsoft.com/office/2006/metadata/properties" ma:root="true" ma:fieldsID="243e1392953791232cd04ef5a1b9aae1" ns2:_="" ns3:_="">
    <xsd:import namespace="f9ddced0-5457-4476-829d-491dde2578d5"/>
    <xsd:import namespace="f3c98416-20a3-49b6-9048-3f163323cddc"/>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ddced0-5457-4476-829d-491dde2578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97a652fe-5a30-4033-b5c0-d5f73c3dcce5"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c98416-20a3-49b6-9048-3f163323cddc"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9ddced0-5457-4476-829d-491dde2578d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845CD7E-B92B-4017-8581-F1399E618FD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9ddced0-5457-4476-829d-491dde2578d5"/>
    <ds:schemaRef ds:uri="f3c98416-20a3-49b6-9048-3f163323cd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4EE1DD2-7369-4637-890C-945791B46234}">
  <ds:schemaRefs>
    <ds:schemaRef ds:uri="http://schemas.microsoft.com/sharepoint/v3/contenttype/forms"/>
  </ds:schemaRefs>
</ds:datastoreItem>
</file>

<file path=customXml/itemProps3.xml><?xml version="1.0" encoding="utf-8"?>
<ds:datastoreItem xmlns:ds="http://schemas.openxmlformats.org/officeDocument/2006/customXml" ds:itemID="{EEF607C6-A57A-4B03-A83A-45F6327B7BA6}">
  <ds:schemaRefs>
    <ds:schemaRef ds:uri="http://schemas.microsoft.com/office/2006/metadata/properties"/>
    <ds:schemaRef ds:uri="http://purl.org/dc/elements/1.1/"/>
    <ds:schemaRef ds:uri="http://schemas.microsoft.com/office/2006/documentManagement/types"/>
    <ds:schemaRef ds:uri="2dbc33fe-c9a3-40da-a1d2-f0199db11576"/>
    <ds:schemaRef ds:uri="http://schemas.microsoft.com/office/infopath/2007/PartnerControls"/>
    <ds:schemaRef ds:uri="http://www.w3.org/XML/1998/namespace"/>
    <ds:schemaRef ds:uri="http://purl.org/dc/dcmitype/"/>
    <ds:schemaRef ds:uri="http://schemas.openxmlformats.org/package/2006/metadata/core-properties"/>
    <ds:schemaRef ds:uri="8a762325-8adb-4737-b2f5-40c9ef52eabf"/>
    <ds:schemaRef ds:uri="http://purl.org/dc/terms/"/>
    <ds:schemaRef ds:uri="5b2d80b5-ffa5-418c-9b02-974a7ed82dac"/>
    <ds:schemaRef ds:uri="c3b6b58c-6f4c-455c-90b9-03dd4f05817c"/>
    <ds:schemaRef ds:uri="f9ddced0-5457-4476-829d-491dde2578d5"/>
  </ds:schemaRefs>
</ds:datastoreItem>
</file>

<file path=docProps/app.xml><?xml version="1.0" encoding="utf-8"?>
<Properties xmlns="http://schemas.openxmlformats.org/officeDocument/2006/extended-properties" xmlns:vt="http://schemas.openxmlformats.org/officeDocument/2006/docPropsVTypes">
  <Template>LEK-refreshTheme1</Template>
  <TotalTime>28110</TotalTime>
  <Words>1022</Words>
  <Application>Microsoft Office PowerPoint</Application>
  <PresentationFormat>Widescreen</PresentationFormat>
  <Paragraphs>82</Paragraphs>
  <Slides>8</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6" baseType="lpstr">
      <vt:lpstr>Arial</vt:lpstr>
      <vt:lpstr>Calibri</vt:lpstr>
      <vt:lpstr>Courier New</vt:lpstr>
      <vt:lpstr>System Font Regular</vt:lpstr>
      <vt:lpstr>Times New Roman</vt:lpstr>
      <vt:lpstr>Verdana</vt:lpstr>
      <vt:lpstr>LEK-refreshTheme1</vt:lpstr>
      <vt:lpstr>think-cell Slide</vt:lpstr>
      <vt:lpstr>Challenge 1</vt:lpstr>
      <vt:lpstr>IT is tracking against 5 high level MBO’s for 2025</vt:lpstr>
      <vt:lpstr>1. Strategic IT Leadership | Q4 Achievements</vt:lpstr>
      <vt:lpstr>Global IT delivered major upgrades to our internet, movement to the cloud, security upgrades, and D&amp;A usage tracking upgrade</vt:lpstr>
      <vt:lpstr>Challenge 2</vt:lpstr>
      <vt:lpstr>Check Comments for Instructions</vt:lpstr>
      <vt:lpstr>Check Comments for Instructions</vt:lpstr>
      <vt:lpstr>Check Comments for Instructions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Tyler Rowberry</dc:creator>
  <cp:keywords/>
  <dc:description/>
  <cp:lastModifiedBy>Deanna Edwards</cp:lastModifiedBy>
  <cp:revision>146</cp:revision>
  <dcterms:created xsi:type="dcterms:W3CDTF">2021-11-17T16:13:54Z</dcterms:created>
  <dcterms:modified xsi:type="dcterms:W3CDTF">2026-01-26T13:11:29Z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oneP_PresType">
    <vt:lpwstr>Widescreen</vt:lpwstr>
  </property>
  <property fmtid="{D5CDD505-2E9C-101B-9397-08002B2CF9AE}" pid="3" name="moneP_AspectRatio">
    <vt:lpwstr>Widescreen</vt:lpwstr>
  </property>
  <property fmtid="{D5CDD505-2E9C-101B-9397-08002B2CF9AE}" pid="4" name="moneP_Filename">
    <vt:lpwstr> </vt:lpwstr>
  </property>
  <property fmtid="{D5CDD505-2E9C-101B-9397-08002B2CF9AE}" pid="5" name="moneP_Client">
    <vt:lpwstr/>
  </property>
  <property fmtid="{D5CDD505-2E9C-101B-9397-08002B2CF9AE}" pid="6" name="moneP_DocTitle">
    <vt:lpwstr/>
  </property>
  <property fmtid="{D5CDD505-2E9C-101B-9397-08002B2CF9AE}" pid="7" name="moneP_Date">
    <vt:lpwstr>16 December 2025</vt:lpwstr>
  </property>
  <property fmtid="{D5CDD505-2E9C-101B-9397-08002B2CF9AE}" pid="8" name="moneP_Office">
    <vt:lpwstr>006</vt:lpwstr>
  </property>
  <property fmtid="{D5CDD505-2E9C-101B-9397-08002B2CF9AE}" pid="9" name="moneP_Address">
    <vt:lpwstr>L.E.K. Consulting
        333 Clay Street Suite 3750
        Three Allen Center
        Houston, TX 77002, USA
        T: 1.346.354.2500</vt:lpwstr>
  </property>
  <property fmtid="{D5CDD505-2E9C-101B-9397-08002B2CF9AE}" pid="10" name="moneP_FooterDisclaimer">
    <vt:lpwstr>These materials are intended to supplement a discussion with L.E.K. Consulting. These perspectives will, therefore, only be meaningful to those in attendance. The contents of the materials are confidential and subject to obligations of non-disclosure. Your attention is drawn to the full disclaimer contained in this document.</vt:lpwstr>
  </property>
  <property fmtid="{D5CDD505-2E9C-101B-9397-08002B2CF9AE}" pid="11" name="moneP_Office2">
    <vt:lpwstr>-1</vt:lpwstr>
  </property>
  <property fmtid="{D5CDD505-2E9C-101B-9397-08002B2CF9AE}" pid="12" name="moneP_Address2">
    <vt:lpwstr/>
  </property>
  <property fmtid="{D5CDD505-2E9C-101B-9397-08002B2CF9AE}" pid="13" name="ContentTypeId">
    <vt:lpwstr>0x010100F48FD290B81AD34EAC78D5B37C23B057</vt:lpwstr>
  </property>
  <property fmtid="{D5CDD505-2E9C-101B-9397-08002B2CF9AE}" pid="14" name="MediaServiceImageTags">
    <vt:lpwstr/>
  </property>
  <property fmtid="{D5CDD505-2E9C-101B-9397-08002B2CF9AE}" pid="15" name="MSIP_Label_895be48f-b730-42fb-a14b-2fcbca141fd8_Enabled">
    <vt:lpwstr>true</vt:lpwstr>
  </property>
  <property fmtid="{D5CDD505-2E9C-101B-9397-08002B2CF9AE}" pid="16" name="MSIP_Label_895be48f-b730-42fb-a14b-2fcbca141fd8_SetDate">
    <vt:lpwstr>2026-01-26T13:07:52Z</vt:lpwstr>
  </property>
  <property fmtid="{D5CDD505-2E9C-101B-9397-08002B2CF9AE}" pid="17" name="MSIP_Label_895be48f-b730-42fb-a14b-2fcbca141fd8_Method">
    <vt:lpwstr>Privileged</vt:lpwstr>
  </property>
  <property fmtid="{D5CDD505-2E9C-101B-9397-08002B2CF9AE}" pid="18" name="MSIP_Label_895be48f-b730-42fb-a14b-2fcbca141fd8_Name">
    <vt:lpwstr>Unrestricted</vt:lpwstr>
  </property>
  <property fmtid="{D5CDD505-2E9C-101B-9397-08002B2CF9AE}" pid="19" name="MSIP_Label_895be48f-b730-42fb-a14b-2fcbca141fd8_SiteId">
    <vt:lpwstr>80408883-8646-4762-acfa-44e5da52b8dd</vt:lpwstr>
  </property>
  <property fmtid="{D5CDD505-2E9C-101B-9397-08002B2CF9AE}" pid="20" name="MSIP_Label_895be48f-b730-42fb-a14b-2fcbca141fd8_ActionId">
    <vt:lpwstr>21dbeb2c-bd65-42dd-942c-ee79113b810d</vt:lpwstr>
  </property>
  <property fmtid="{D5CDD505-2E9C-101B-9397-08002B2CF9AE}" pid="21" name="MSIP_Label_895be48f-b730-42fb-a14b-2fcbca141fd8_ContentBits">
    <vt:lpwstr>0</vt:lpwstr>
  </property>
  <property fmtid="{D5CDD505-2E9C-101B-9397-08002B2CF9AE}" pid="22" name="MSIP_Label_895be48f-b730-42fb-a14b-2fcbca141fd8_Tag">
    <vt:lpwstr>10, 0, 1, 1</vt:lpwstr>
  </property>
</Properties>
</file>